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[folie_01]</a:t>
            </a:r>
          </a:p>
          <a:p/>
          <a:p>
            <a:r>
              <a:t>Löwenstarkes Team</a:t>
            </a:r>
          </a:p>
          <a:p>
            <a:r>
              <a:t>LR LIFESTYLE-TEAM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[folie_02]</a:t>
            </a:r>
          </a:p>
          <a:p/>
          <a:p>
            <a:r>
              <a:t>40 JAHRE ERFOLG &amp; STABILITÄT</a:t>
            </a:r>
          </a:p>
          <a:p>
            <a:r>
              <a:t>Seit</a:t>
            </a:r>
          </a:p>
          <a:p>
            <a:r>
              <a:t>1985</a:t>
            </a:r>
          </a:p>
          <a:p>
            <a:r>
              <a:t>– 40 Jahre Erfahrung</a:t>
            </a:r>
          </a:p>
          <a:p>
            <a:r>
              <a:t>Made in Germany –</a:t>
            </a:r>
          </a:p>
          <a:p>
            <a:r>
              <a:t>Premium-Qualität</a:t>
            </a:r>
          </a:p>
          <a:p>
            <a:r>
              <a:t>32 Länder</a:t>
            </a:r>
          </a:p>
          <a:p>
            <a:r>
              <a:t>– Weltweite Präsenz</a:t>
            </a:r>
          </a:p>
          <a:p>
            <a:r>
              <a:t>1,8 Mrd. €</a:t>
            </a:r>
          </a:p>
          <a:p>
            <a:r>
              <a:t>– Ausgezahlte Boni</a:t>
            </a:r>
          </a:p>
          <a:p>
            <a:r>
              <a:t>Über 1 Million Kunden</a:t>
            </a:r>
          </a:p>
          <a:p>
            <a:r>
              <a:t>weltweit vertrauen auf LR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[folie_03]</a:t>
            </a:r>
          </a:p>
          <a:p/>
          <a:p>
            <a:r>
              <a:t>REKORD 2024</a:t>
            </a:r>
          </a:p>
          <a:p>
            <a:r>
              <a:t>REKORD 2024: DEIN KARRIERE-BOOST</a:t>
            </a:r>
          </a:p>
          <a:p>
            <a:r>
              <a:t>Erfolgreichsten Monate</a:t>
            </a:r>
          </a:p>
          <a:p>
            <a:r>
              <a:t>seit 40 Jahren!</a:t>
            </a:r>
          </a:p>
          <a:p>
            <a:r>
              <a:t>Über</a:t>
            </a:r>
          </a:p>
          <a:p>
            <a:r>
              <a:t>18.000 neue Karrieren</a:t>
            </a:r>
          </a:p>
          <a:p>
            <a:r>
              <a:t>in 2024</a:t>
            </a:r>
          </a:p>
          <a:p>
            <a:r>
              <a:t>10.635 neue Junior Manager</a:t>
            </a:r>
          </a:p>
          <a:p>
            <a:r>
              <a:t>Der beste Zeitpunkt ist</a:t>
            </a:r>
          </a:p>
          <a:p>
            <a:r>
              <a:t>JETZT</a:t>
            </a:r>
          </a:p>
          <a:p>
            <a:r>
              <a:t>Jetzt durchstarten</a:t>
            </a:r>
          </a:p>
          <a:p>
            <a:r>
              <a:t>und vom Rekordwachstum profitieren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[folie_04]</a:t>
            </a:r>
          </a:p>
          <a:p/>
          <a:p>
            <a:r>
              <a:t>ZUKUNFTSMÄRKTE</a:t>
            </a:r>
          </a:p>
          <a:p>
            <a:r>
              <a:t>Gesundheit &amp; Wellness</a:t>
            </a:r>
          </a:p>
          <a:p>
            <a:r>
              <a:t>- Wachstumsmarkt der Zukunft</a:t>
            </a:r>
          </a:p>
          <a:p>
            <a:r>
              <a:t>Aloe Vera</a:t>
            </a:r>
          </a:p>
          <a:p>
            <a:r>
              <a:t>- Marktführer Europa</a:t>
            </a:r>
          </a:p>
          <a:p>
            <a:r>
              <a:t>Wissenschaftlich</a:t>
            </a:r>
          </a:p>
          <a:p>
            <a:r>
              <a:t>fundierte Produkte</a:t>
            </a:r>
          </a:p>
          <a:p>
            <a:r>
              <a:t>Beauty &amp; Luxus-Düfte</a:t>
            </a:r>
          </a:p>
          <a:p>
            <a:r>
              <a:t>- Milliardenmarkt</a:t>
            </a:r>
          </a:p>
          <a:p>
            <a:r>
              <a:t>Premium Hautpflege</a:t>
            </a:r>
          </a:p>
          <a:p>
            <a:r>
              <a:t>- ZEITGARD &amp; SIGNATURE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[folie_06]</a:t>
            </a:r>
          </a:p>
          <a:p/>
          <a:p>
            <a:r>
              <a:t>300+ PRODUKTE</a:t>
            </a:r>
          </a:p>
          <a:p>
            <a:r>
              <a:t>Über</a:t>
            </a:r>
          </a:p>
          <a:p>
            <a:r>
              <a:t>300 Produkte</a:t>
            </a:r>
          </a:p>
          <a:p>
            <a:r>
              <a:t>im Sortiment</a:t>
            </a:r>
          </a:p>
          <a:p>
            <a:r>
              <a:t>Vielfältiges Sortiment</a:t>
            </a:r>
          </a:p>
          <a:p>
            <a:r>
              <a:t>- Für jeden Bedarf</a:t>
            </a:r>
          </a:p>
          <a:p>
            <a:r>
              <a:t>Ständige Innovation</a:t>
            </a:r>
          </a:p>
          <a:p>
            <a:r>
              <a:t>- Neue Produkte</a:t>
            </a:r>
          </a:p>
          <a:p>
            <a:r>
              <a:t>Made in Germany</a:t>
            </a:r>
          </a:p>
          <a:p>
            <a:r>
              <a:t>- 95% Eigenproduktion</a:t>
            </a:r>
          </a:p>
          <a:p>
            <a:r>
              <a:t>Ausgezeichnete Qualität</a:t>
            </a:r>
          </a:p>
          <a:p>
            <a:r>
              <a:t>– Internationale Zertifikate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[folie_07]</a:t>
            </a:r>
          </a:p>
          <a:p/>
          <a:p>
            <a:r>
              <a:t>Qualität Made in Germany</a:t>
            </a:r>
          </a:p>
          <a:p>
            <a:r>
              <a:t>QUALITÄT</a:t>
            </a:r>
          </a:p>
          <a:p>
            <a:r>
              <a:t>MADE IN GERMANY</a:t>
            </a:r>
          </a:p>
          <a:p>
            <a:r>
              <a:t>Eigene Produktion</a:t>
            </a:r>
          </a:p>
          <a:p>
            <a:r>
              <a:t>in Ahlen, Deutschland</a:t>
            </a:r>
          </a:p>
          <a:p>
            <a:r>
              <a:t>Zertifizierte Qualität</a:t>
            </a:r>
          </a:p>
          <a:p>
            <a:r>
              <a:t>nach höchsten Standards</a:t>
            </a:r>
          </a:p>
          <a:p>
            <a:r>
              <a:t>Regelmäßige Laborkontrollen</a:t>
            </a:r>
          </a:p>
          <a:p>
            <a:r>
              <a:t>für beste Ergebnisse</a:t>
            </a:r>
          </a:p>
          <a:p>
            <a:r>
              <a:t>Frische Aloe Vera</a:t>
            </a:r>
          </a:p>
          <a:p>
            <a:r>
              <a:t>aus eigenem Anbau</a:t>
            </a:r>
          </a:p>
          <a:p>
            <a:r>
              <a:t>ISO 9001 zertifiziert</a:t>
            </a:r>
          </a:p>
          <a:p>
            <a:r>
              <a:t>für höchste Produktionsstandards</a:t>
            </a:r>
          </a:p>
          <a:p>
            <a:r>
              <a:t>FRISCHE</a:t>
            </a:r>
          </a:p>
          <a:p>
            <a:r>
              <a:t>ALOE VERA</a:t>
            </a:r>
          </a:p>
          <a:p>
            <a:r>
              <a:t>20.000 LITER</a:t>
            </a:r>
          </a:p>
          <a:p>
            <a:r>
              <a:t>TANKS</a:t>
            </a:r>
          </a:p>
          <a:p>
            <a:r>
              <a:t>MADE IN</a:t>
            </a:r>
          </a:p>
          <a:p>
            <a:r>
              <a:t>GERMANY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[folie_08]</a:t>
            </a:r>
          </a:p>
          <a:p/>
          <a:p>
            <a:r>
              <a:t>Folie 08 - Aloe Vera 77 Mio. Liter</a:t>
            </a:r>
          </a:p>
          <a:p>
            <a:r>
              <a:t>ALOE VERA – MARKTFÜHRER &amp; INNOVATION</a:t>
            </a:r>
          </a:p>
          <a:p>
            <a:r>
              <a:t>20 Jahre Aloe Vera-Experte</a:t>
            </a:r>
          </a:p>
          <a:p>
            <a:r>
              <a:t>und Marktführer</a:t>
            </a:r>
          </a:p>
          <a:p>
            <a:r>
              <a:t>Höchste Qualität</a:t>
            </a:r>
          </a:p>
          <a:p>
            <a:r>
              <a:t>bestätigt durch SGS INSTITUT FRESENIUS und IASC</a:t>
            </a:r>
          </a:p>
          <a:p>
            <a:r>
              <a:t>Innovative Fermentation</a:t>
            </a:r>
          </a:p>
          <a:p>
            <a:r>
              <a:t>(Magic Power Duo)</a:t>
            </a:r>
          </a:p>
          <a:p>
            <a:r>
              <a:t>77 Millionen Liter</a:t>
            </a:r>
          </a:p>
          <a:p>
            <a:r>
              <a:t>Aloe Vera produziert</a:t>
            </a:r>
          </a:p>
          <a:p>
            <a:r>
              <a:t>Wirkt wie ein natürliches Anti-Aging</a:t>
            </a:r>
          </a:p>
          <a:p>
            <a:r>
              <a:t>DERMATEST</a:t>
            </a:r>
          </a:p>
          <a:p>
            <a:r>
              <a:t>ZERTIFIZIERT</a:t>
            </a:r>
          </a:p>
          <a:p>
            <a:r>
              <a:t>IASC</a:t>
            </a:r>
          </a:p>
          <a:p>
            <a:r>
              <a:t>ZERTIFIKAT</a:t>
            </a:r>
          </a:p>
          <a:p>
            <a:r>
              <a:t>FERMENTIERT</a:t>
            </a:r>
          </a:p>
          <a:p>
            <a:r>
              <a:t>POWER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[folie_09]</a:t>
            </a:r>
          </a:p>
          <a:p/>
          <a:p>
            <a:r>
              <a:t>HEALTH MISSION</a:t>
            </a:r>
          </a:p>
          <a:p>
            <a:r>
              <a:t>Basis für</a:t>
            </a:r>
          </a:p>
          <a:p>
            <a:r>
              <a:t>Energie und Wohlbefinden</a:t>
            </a:r>
          </a:p>
          <a:p>
            <a:r>
              <a:t>Synergie aus</a:t>
            </a:r>
          </a:p>
          <a:p>
            <a:r>
              <a:t>Natur und Wissenschaft</a:t>
            </a:r>
          </a:p>
          <a:p>
            <a:r>
              <a:t>Gezielte</a:t>
            </a:r>
          </a:p>
          <a:p>
            <a:r>
              <a:t>Zell- und Leber-Unterstützung</a:t>
            </a:r>
          </a:p>
          <a:p>
            <a:r>
              <a:t>Fokus auf</a:t>
            </a:r>
          </a:p>
          <a:p>
            <a:r>
              <a:t>3 Essenzielle Säulen:</a:t>
            </a:r>
          </a:p>
          <a:p>
            <a:r>
              <a:t>Darm, Leber &amp; Zellstoffwechsel</a:t>
            </a:r>
          </a:p>
          <a:p>
            <a:r>
              <a:t>Ganzheitliches Konzept</a:t>
            </a:r>
          </a:p>
          <a:p>
            <a:r>
              <a:t>für Gesundheit und Wohlbefinden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[folie_10]</a:t>
            </a:r>
          </a:p>
          <a:p/>
          <a:p>
            <a:r>
              <a:t>BODY MISSION</a:t>
            </a:r>
          </a:p>
          <a:p>
            <a:r>
              <a:t>Smart-Ernährungskonzept</a:t>
            </a:r>
          </a:p>
          <a:p>
            <a:r>
              <a:t>- von Experten entwickelt</a:t>
            </a:r>
          </a:p>
          <a:p>
            <a:r>
              <a:t>Effektiver Mahlzeitenersatz</a:t>
            </a:r>
          </a:p>
          <a:p>
            <a:r>
              <a:t>mit FIGUACTIVE Shakes &amp; Suppen</a:t>
            </a:r>
          </a:p>
          <a:p>
            <a:r>
              <a:t>Smarte Begleiter</a:t>
            </a:r>
          </a:p>
          <a:p>
            <a:r>
              <a:t>- Protein Power &amp; Pro Balance</a:t>
            </a:r>
          </a:p>
          <a:p>
            <a:r>
              <a:t>Motivations-Support</a:t>
            </a:r>
          </a:p>
          <a:p>
            <a:r>
              <a:t>mit Wochenplänen &amp; Rezepten</a:t>
            </a:r>
          </a:p>
          <a:p>
            <a:r>
              <a:t>Sporternährung</a:t>
            </a:r>
          </a:p>
          <a:p>
            <a:r>
              <a:t>für optimale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[folie_11]</a:t>
            </a:r>
          </a:p>
          <a:p/>
          <a:p>
            <a:r>
              <a:t>DEIN LEBEN. DEIN TAKT - Lifetakt</a:t>
            </a:r>
          </a:p>
          <a:p>
            <a:r>
              <a:t>DEIN LEBEN. DEIN TAKT</a:t>
            </a:r>
          </a:p>
          <a:p>
            <a:r>
              <a:t>LIFETAKT</a:t>
            </a:r>
          </a:p>
          <a:p>
            <a:r>
              <a:t>NAHRUNGSERGÄNZUNG</a:t>
            </a:r>
          </a:p>
          <a:p>
            <a:r>
              <a:t>VERDAUUNG</a:t>
            </a:r>
          </a:p>
          <a:p>
            <a:r>
              <a:t>BEWEGUNG &amp; KNOCHEN</a:t>
            </a:r>
          </a:p>
          <a:p>
            <a:r>
              <a:t>IMMUNSYSTEM</a:t>
            </a:r>
          </a:p>
          <a:p>
            <a:r>
              <a:t>ZELL-BOOSTER</a:t>
            </a:r>
          </a:p>
          <a:p>
            <a:r>
              <a:t>ENERGIE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[folie_12]</a:t>
            </a:r>
          </a:p>
          <a:p/>
          <a:p>
            <a:r>
              <a:t>ZEITGARD</a:t>
            </a:r>
          </a:p>
          <a:p>
            <a:r>
              <a:t>Luxus-Hautpflege</a:t>
            </a:r>
          </a:p>
          <a:p>
            <a:r>
              <a:t>mit Oszillation &amp; Ultraschall</a:t>
            </a:r>
          </a:p>
          <a:p>
            <a:r>
              <a:t>Zeitgard Pro</a:t>
            </a:r>
          </a:p>
          <a:p>
            <a:r>
              <a:t>Gerät - Innovation</a:t>
            </a:r>
          </a:p>
          <a:p>
            <a:r>
              <a:t>Zum Patent angemeldete Technologie</a:t>
            </a:r>
          </a:p>
          <a:p>
            <a:r>
              <a:t>für innovative Hautpflege</a:t>
            </a:r>
          </a:p>
          <a:p>
            <a:r>
              <a:t>Professionelle</a:t>
            </a:r>
          </a:p>
          <a:p>
            <a:r>
              <a:t>Ergebnisse zu Hause</a:t>
            </a:r>
          </a:p>
          <a:p>
            <a:r>
              <a:t>Anti-Aging Technologie</a:t>
            </a:r>
          </a:p>
          <a:p>
            <a:r>
              <a:t>mit sichtbaren Ergebnissen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[folie_13]</a:t>
            </a:r>
          </a:p>
          <a:p/>
          <a:p>
            <a:r>
              <a:t>SIGNATURE KOSMETIK</a:t>
            </a:r>
          </a:p>
          <a:p>
            <a:r>
              <a:t>Premium-Make-up</a:t>
            </a:r>
          </a:p>
          <a:p>
            <a:r>
              <a:t>der LR ZEITGARD Signature Linie</a:t>
            </a:r>
          </a:p>
          <a:p>
            <a:r>
              <a:t>Individuelle Schönheit</a:t>
            </a:r>
          </a:p>
          <a:p>
            <a:r>
              <a:t>für höchste Ansprüche</a:t>
            </a:r>
          </a:p>
          <a:p>
            <a:r>
              <a:t>Exklusive Inhaltsstoffe</a:t>
            </a:r>
          </a:p>
          <a:p>
            <a:r>
              <a:t>für sichtbare Ergebnisse</a:t>
            </a:r>
          </a:p>
          <a:p>
            <a:r>
              <a:t>Luxuriöse Texturen</a:t>
            </a:r>
          </a:p>
          <a:p>
            <a:r>
              <a:t>mit schneller Aufnahme</a:t>
            </a:r>
          </a:p>
          <a:p>
            <a:r>
              <a:t>Pflege &amp; Schutz</a:t>
            </a:r>
          </a:p>
          <a:p>
            <a:r>
              <a:t>für tägliche Wohlfühlmomente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[folie_14]</a:t>
            </a:r>
          </a:p>
          <a:p/>
          <a:p>
            <a:r>
              <a:t>MOOD INFUSION - 18 Faszinierende Duftwelten</a:t>
            </a:r>
          </a:p>
          <a:p>
            <a:r>
              <a:t>MOOD INFUSION</a:t>
            </a:r>
          </a:p>
          <a:p>
            <a:r>
              <a:t>18 faszinierende Duftwelten</a:t>
            </a:r>
          </a:p>
          <a:p>
            <a:r>
              <a:t>- eine emotionale Reise zu dir selbst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[folie_16]</a:t>
            </a:r>
          </a:p>
          <a:p/>
          <a:p>
            <a:r>
              <a:t>ICONIC ELIXIRS - Pure Luxury</a:t>
            </a:r>
          </a:p>
          <a:p>
            <a:r>
              <a:t>ICONIC</a:t>
            </a:r>
          </a:p>
          <a:p>
            <a:r>
              <a:t>ELIXIRS</a:t>
            </a:r>
          </a:p>
          <a:p>
            <a:r>
              <a:t>4 Luxus-Düfte</a:t>
            </a:r>
          </a:p>
          <a:p>
            <a:r>
              <a:t>- Glorious, Fabulous, Graceful &amp; Precious</a:t>
            </a:r>
          </a:p>
          <a:p>
            <a:r>
              <a:t>Absolue de Parfum</a:t>
            </a:r>
          </a:p>
          <a:p>
            <a:r>
              <a:t>- höchste Duftkonzentration</a:t>
            </a:r>
          </a:p>
          <a:p>
            <a:r>
              <a:t>8-12h Duftintensität</a:t>
            </a:r>
          </a:p>
          <a:p>
            <a:r>
              <a:t>- langanhaltend</a:t>
            </a:r>
          </a:p>
          <a:p>
            <a:r>
              <a:t>Kostbarste Rohstoffe</a:t>
            </a:r>
          </a:p>
          <a:p>
            <a:r>
              <a:t>- Jasmin, Tonkabohne, Zedernholz, Vetiver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[folie_16b]</a:t>
            </a:r>
          </a:p>
          <a:p/>
          <a:p>
            <a:r>
              <a:t>ICONIC ELIXIRS - Luxus im Flakom</a:t>
            </a:r>
          </a:p>
          <a:p>
            <a:r>
              <a:t>LUXUS IM</a:t>
            </a:r>
          </a:p>
          <a:p>
            <a:r>
              <a:t>FLAKOM</a:t>
            </a:r>
          </a:p>
          <a:p>
            <a:r>
              <a:t>Ikonischer Flakon</a:t>
            </a:r>
          </a:p>
          <a:p>
            <a:r>
              <a:t>in prachtvoller Umverpackung</a:t>
            </a:r>
          </a:p>
          <a:p>
            <a:r>
              <a:t>Feinster Sprühnebel</a:t>
            </a:r>
          </a:p>
          <a:p>
            <a:r>
              <a:t>für perfekte Verteilung</a:t>
            </a:r>
          </a:p>
          <a:p>
            <a:r>
              <a:t>Magnetische Kappe</a:t>
            </a:r>
          </a:p>
          <a:p>
            <a:r>
              <a:t>- edles Verschlusssystem</a:t>
            </a:r>
          </a:p>
          <a:p>
            <a:r>
              <a:t>Glamouröses Label-Design</a:t>
            </a:r>
          </a:p>
          <a:p>
            <a:r>
              <a:t>mit WOW-Effekt</a:t>
            </a:r>
          </a:p>
          <a:p>
            <a:r>
              <a:t>Schweres Glas</a:t>
            </a:r>
          </a:p>
          <a:p>
            <a:r>
              <a:t>- höchste Qualität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[folie_17]</a:t>
            </a:r>
          </a:p>
          <a:p/>
          <a:p>
            <a:r>
              <a:t>ICONIC ELIXIRS - Kombiniert</a:t>
            </a:r>
          </a:p>
          <a:p>
            <a:r>
              <a:t>ICONIC</a:t>
            </a:r>
          </a:p>
          <a:p>
            <a:r>
              <a:t>ELIXIRS</a:t>
            </a:r>
          </a:p>
          <a:p>
            <a:r>
              <a:t>Absolue de Parfum Qualität</a:t>
            </a:r>
          </a:p>
          <a:p>
            <a:r>
              <a:t>für außergewöhnliche Duftintensität</a:t>
            </a:r>
          </a:p>
          <a:p>
            <a:r>
              <a:t>Vier außergewöhnliche Duftkompositionen</a:t>
            </a:r>
          </a:p>
          <a:p>
            <a:r>
              <a:t>Aura von Luxus</a:t>
            </a:r>
          </a:p>
          <a:p>
            <a:r>
              <a:t>und Prestige</a:t>
            </a:r>
          </a:p>
          <a:p>
            <a:r>
              <a:t>Ausschließlich erlesenste Rohstoffe</a:t>
            </a:r>
          </a:p>
          <a:p>
            <a:r>
              <a:t>Ikonischer Flakon</a:t>
            </a:r>
          </a:p>
          <a:p>
            <a:r>
              <a:t>wie ein Kunstwerk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[folie_19]</a:t>
            </a:r>
          </a:p>
          <a:p/>
          <a:p>
            <a:r>
              <a:t>ICONIC ELIXIRS - Pure Luxury</a:t>
            </a:r>
          </a:p>
          <a:p>
            <a:r>
              <a:t>ICONIC ELIXIRS</a:t>
            </a:r>
          </a:p>
          <a:p>
            <a:r>
              <a:t>Kollektion &amp; Design</a:t>
            </a:r>
          </a:p>
          <a:p>
            <a:r>
              <a:t>4 exklusive Düfte</a:t>
            </a:r>
          </a:p>
          <a:p>
            <a:r>
              <a:t>– pure Eleganz</a:t>
            </a:r>
          </a:p>
          <a:p>
            <a:r>
              <a:t>Zeitloses,</a:t>
            </a:r>
          </a:p>
          <a:p>
            <a:r>
              <a:t>luxuriöses Design</a:t>
            </a:r>
          </a:p>
          <a:p>
            <a:r>
              <a:t>Edle Glasflakons</a:t>
            </a:r>
          </a:p>
          <a:p>
            <a:r>
              <a:t>– Premium Auftritt</a:t>
            </a:r>
          </a:p>
          <a:p>
            <a:r>
              <a:t>Wow-Effekt</a:t>
            </a:r>
          </a:p>
          <a:p>
            <a:r>
              <a:t>im Badezimmer</a:t>
            </a:r>
          </a:p>
          <a:p>
            <a:r>
              <a:t>Mit dem</a:t>
            </a:r>
          </a:p>
          <a:p>
            <a:r>
              <a:t>Weltmarktführer Robertet</a:t>
            </a:r>
          </a:p>
          <a:p>
            <a:r>
              <a:t>entwickelt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[folie_19b]</a:t>
            </a:r>
          </a:p>
          <a:p/>
          <a:p>
            <a:r>
              <a:t>ICONIC ELIXIRS - Inhaltsstoffe</a:t>
            </a:r>
          </a:p>
          <a:p>
            <a:r>
              <a:t>ICONIC ELIXIRS</a:t>
            </a:r>
          </a:p>
          <a:p>
            <a:r>
              <a:t>reinstes Parfüm</a:t>
            </a:r>
          </a:p>
          <a:p>
            <a:r>
              <a:t>4 exklusive Düfte:</a:t>
            </a:r>
          </a:p>
          <a:p>
            <a:r>
              <a:t>Glorious, Fabulous, Graceful, Precious</a:t>
            </a:r>
          </a:p>
          <a:p>
            <a:r>
              <a:t>Absolue de Parfum:</a:t>
            </a:r>
          </a:p>
          <a:p>
            <a:r>
              <a:t>8-12h Intensität</a:t>
            </a:r>
          </a:p>
          <a:p>
            <a:r>
              <a:t>Hochwertige Rohstoffe:</a:t>
            </a:r>
          </a:p>
          <a:p>
            <a:r>
              <a:t>Jasmin, Tonkabohne, Vetiver, Zedernholz</a:t>
            </a:r>
          </a:p>
          <a:p>
            <a:r>
              <a:t>Präzise Komposition:</a:t>
            </a:r>
          </a:p>
          <a:p>
            <a:r>
              <a:t>hochwertiges Finish</a:t>
            </a:r>
          </a:p>
          <a:p>
            <a:r>
              <a:t>Magnetverschluss:</a:t>
            </a:r>
          </a:p>
          <a:p>
            <a:r>
              <a:t>spürbare Wertigkeit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[folie_20]</a:t>
            </a:r>
          </a:p>
          <a:p/>
          <a:p>
            <a:r>
              <a:t>LR DISCOVERY BOX</a:t>
            </a:r>
          </a:p>
          <a:p>
            <a:r>
              <a:t>Discovery Box</a:t>
            </a:r>
          </a:p>
          <a:p>
            <a:r>
              <a:t>als professionelle Verkaufshilfe</a:t>
            </a:r>
          </a:p>
          <a:p>
            <a:r>
              <a:t>Duftfinder Tool</a:t>
            </a:r>
          </a:p>
          <a:p>
            <a:r>
              <a:t>für perfekte Auswahl</a:t>
            </a:r>
          </a:p>
          <a:p>
            <a:r>
              <a:t>Macht die LR Düfte erlebbar</a:t>
            </a:r>
          </a:p>
          <a:p>
            <a:r>
              <a:t>Dein Power-Tool</a:t>
            </a:r>
          </a:p>
          <a:p>
            <a:r>
              <a:t>für mehr Umsatz</a:t>
            </a:r>
          </a:p>
          <a:p>
            <a:r>
              <a:t>Professionelle</a:t>
            </a:r>
          </a:p>
          <a:p>
            <a:r>
              <a:t>Präsentation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[folie_21]</a:t>
            </a:r>
          </a:p>
          <a:p/>
          <a:p>
            <a:r>
              <a:t>WERDE FAN DER LR PRODUKTE</a:t>
            </a:r>
          </a:p>
          <a:p>
            <a:r>
              <a:t>Ca.</a:t>
            </a:r>
          </a:p>
          <a:p>
            <a:r>
              <a:t>40% Handelsspanne</a:t>
            </a:r>
          </a:p>
          <a:p>
            <a:r>
              <a:t>Keine Mindestumsätze</a:t>
            </a:r>
          </a:p>
          <a:p>
            <a:r>
              <a:t>- Keine Lagerhaltung</a:t>
            </a:r>
          </a:p>
          <a:p>
            <a:r>
              <a:t>Dein Onlineshop mit Direktbelieferung</a:t>
            </a:r>
          </a:p>
          <a:p>
            <a:r>
              <a:t>- kein Stress für dich</a:t>
            </a:r>
          </a:p>
          <a:p>
            <a:r>
              <a:t>Personalisierte Webseite &amp; E-Shop</a:t>
            </a:r>
          </a:p>
          <a:p>
            <a:r>
              <a:t>Community-Gruppen</a:t>
            </a:r>
          </a:p>
          <a:p>
            <a:r>
              <a:t>für den Austausch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[folie_22]</a:t>
            </a:r>
          </a:p>
          <a:p/>
          <a:p>
            <a:r>
              <a:t>VERDIENST 30-40%</a:t>
            </a:r>
          </a:p>
          <a:p>
            <a:r>
              <a:t>VERDIENST 30-40% + BONUS</a:t>
            </a:r>
          </a:p>
          <a:p>
            <a:r>
              <a:t>Handelsspanne: 30–40 %</a:t>
            </a:r>
          </a:p>
          <a:p>
            <a:r>
              <a:t>Direkter Gewinn</a:t>
            </a:r>
          </a:p>
          <a:p>
            <a:r>
              <a:t>pro Verkauf</a:t>
            </a:r>
          </a:p>
          <a:p>
            <a:r>
              <a:t>Zusätzliche Boni</a:t>
            </a:r>
          </a:p>
          <a:p>
            <a:r>
              <a:t>(z.B. Fast Track, Auto)</a:t>
            </a:r>
          </a:p>
          <a:p>
            <a:r>
              <a:t>Passives Einkommen</a:t>
            </a:r>
          </a:p>
          <a:p>
            <a:r>
              <a:t>durch Teamaufbau</a:t>
            </a:r>
          </a:p>
          <a:p>
            <a:r>
              <a:t>Verkaufs-Beispiel:</a:t>
            </a:r>
          </a:p>
          <a:p>
            <a:r>
              <a:t>700 € Umsatz → ~200 € Sofort-Gewinn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[folie_23]</a:t>
            </a:r>
          </a:p>
          <a:p/>
          <a:p>
            <a:r>
              <a:t>WAS KANN LR FÜR DICH BEDEUTEN?</a:t>
            </a:r>
          </a:p>
          <a:p>
            <a:r>
              <a:t>Gesundheit</a:t>
            </a:r>
          </a:p>
          <a:p>
            <a:r>
              <a:t>Unabhängigkeit</a:t>
            </a:r>
          </a:p>
          <a:p>
            <a:r>
              <a:t>Freiheit</a:t>
            </a:r>
          </a:p>
          <a:p>
            <a:r>
              <a:t>Reichtum</a:t>
            </a:r>
          </a:p>
          <a:p>
            <a:r>
              <a:t>Passives</a:t>
            </a:r>
          </a:p>
          <a:p>
            <a:r>
              <a:t>Einkommen</a:t>
            </a:r>
          </a:p>
          <a:p>
            <a:r>
              <a:t>Spaß</a:t>
            </a:r>
          </a:p>
          <a:p>
            <a:r>
              <a:t>Sicherheit</a:t>
            </a:r>
          </a:p>
          <a:p>
            <a:r>
              <a:t>Status</a:t>
            </a:r>
          </a:p>
          <a:p>
            <a:r>
              <a:t>Work/Life-</a:t>
            </a:r>
          </a:p>
          <a:p>
            <a:r>
              <a:t>Balance</a:t>
            </a:r>
          </a:p>
          <a:p>
            <a:r>
              <a:t>Unternehmer-</a:t>
            </a:r>
          </a:p>
          <a:p>
            <a:r>
              <a:t>geist</a:t>
            </a:r>
          </a:p>
          <a:p>
            <a:r>
              <a:t>Soziale</a:t>
            </a:r>
          </a:p>
          <a:p>
            <a:r>
              <a:t>Anerkennung</a:t>
            </a:r>
          </a:p>
          <a:p>
            <a:r>
              <a:t>Vererbung</a:t>
            </a:r>
          </a:p>
          <a:p>
            <a:r>
              <a:t>Flexibilität</a:t>
            </a:r>
          </a:p>
          <a:p>
            <a:r>
              <a:t>Wachstum</a:t>
            </a:r>
          </a:p>
          <a:p>
            <a:r>
              <a:t>Teamwork</a:t>
            </a:r>
          </a:p>
          <a:p>
            <a:r>
              <a:t>Erfolg</a:t>
            </a:r>
          </a:p>
          <a:p>
            <a:r>
              <a:t>Selbst-</a:t>
            </a:r>
          </a:p>
          <a:p>
            <a:r>
              <a:t>verwirklichung</a:t>
            </a:r>
          </a:p>
          <a:p>
            <a:r>
              <a:t>Fesseln oder Freiheit? Du entscheidest!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[folie_24]</a:t>
            </a:r>
          </a:p>
          <a:p/>
          <a:p>
            <a:r>
              <a:t>DEINE KARRIERE BEI LR - TEIL 1</a:t>
            </a:r>
          </a:p>
          <a:p>
            <a:r>
              <a:t>DEIN SCHNELLER KARRIERE-START</a:t>
            </a:r>
          </a:p>
          <a:p>
            <a:r>
              <a:t>Klar definierter Plan</a:t>
            </a:r>
          </a:p>
          <a:p>
            <a:r>
              <a:t>(JM bis Orgaleiter)</a:t>
            </a:r>
          </a:p>
          <a:p>
            <a:r>
              <a:t>Faire Vergütung</a:t>
            </a:r>
          </a:p>
          <a:p>
            <a:r>
              <a:t>auf jeder Stufe</a:t>
            </a:r>
          </a:p>
          <a:p>
            <a:r>
              <a:t>Lukrative Boni</a:t>
            </a:r>
          </a:p>
          <a:p>
            <a:r>
              <a:t>auf Team-Umsatz</a:t>
            </a:r>
          </a:p>
          <a:p>
            <a:r>
              <a:t>Persönliches Coaching &amp; Support</a:t>
            </a:r>
          </a:p>
          <a:p>
            <a:r>
              <a:t>durch Mentoren</a:t>
            </a:r>
          </a:p>
          <a:p>
            <a:r>
              <a:t>Geschäft ist vollständig vererbbar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[folie_25]</a:t>
            </a:r>
          </a:p>
          <a:p/>
          <a:p>
            <a:r>
              <a:t>DEINE KARRIERE BEI LR - TEIL 2</a:t>
            </a:r>
          </a:p>
          <a:p>
            <a:r>
              <a:t>HÖHERE KARRIERESTUFEN</a:t>
            </a:r>
          </a:p>
          <a:p>
            <a:r>
              <a:t>Spitzenstufen</a:t>
            </a:r>
          </a:p>
          <a:p>
            <a:r>
              <a:t>bis 5-Sterne-Präsident</a:t>
            </a:r>
          </a:p>
          <a:p>
            <a:r>
              <a:t>Planbarkeit</a:t>
            </a:r>
          </a:p>
          <a:p>
            <a:r>
              <a:t>durch Business Track</a:t>
            </a:r>
          </a:p>
          <a:p>
            <a:r>
              <a:t>Garantierter Monatsbonus</a:t>
            </a:r>
          </a:p>
          <a:p>
            <a:r>
              <a:t>(bis 40.000 €)</a:t>
            </a:r>
          </a:p>
          <a:p>
            <a:r>
              <a:t>Unbegrenzte Möglichkeiten</a:t>
            </a:r>
          </a:p>
          <a:p>
            <a:r>
              <a:t>Jahresbonus</a:t>
            </a:r>
          </a:p>
          <a:p>
            <a:r>
              <a:t>on 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[folie_26]</a:t>
            </a:r>
          </a:p>
          <a:p/>
          <a:p>
            <a:r>
              <a:t>FAST TRACK BONUS</a:t>
            </a:r>
          </a:p>
          <a:p>
            <a:r>
              <a:t>Garantierter Mindestbonus</a:t>
            </a:r>
          </a:p>
          <a:p>
            <a:r>
              <a:t>250 € bis 2.000 €</a:t>
            </a:r>
          </a:p>
          <a:p>
            <a:r>
              <a:t>monatlich garantiert</a:t>
            </a:r>
          </a:p>
          <a:p>
            <a:r>
              <a:t>Einmalig</a:t>
            </a:r>
          </a:p>
          <a:p>
            <a:r>
              <a:t>in der Branche</a:t>
            </a:r>
          </a:p>
          <a:p>
            <a:r>
              <a:t>Zusätzlich</a:t>
            </a:r>
          </a:p>
          <a:p>
            <a:r>
              <a:t>zu Handelsspanne &amp; Autobonus</a:t>
            </a:r>
          </a:p>
          <a:p>
            <a:r>
              <a:t>Junior Manager:</a:t>
            </a:r>
          </a:p>
          <a:p>
            <a:r>
              <a:t>Schneller Einstieg in deine Karriere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[folie_27]</a:t>
            </a:r>
          </a:p>
          <a:p/>
          <a:p>
            <a:r>
              <a:t>JUNIOR MANAGER &amp; TEAMLEITER STRUKTUR</a:t>
            </a:r>
          </a:p>
          <a:p>
            <a:r>
              <a:t>DEINE ERSTEN 2</a:t>
            </a:r>
          </a:p>
          <a:p>
            <a:r>
              <a:t>KARRIERESTUFEN</a:t>
            </a:r>
          </a:p>
          <a:p>
            <a:r>
              <a:t>Junior Manager</a:t>
            </a:r>
          </a:p>
          <a:p>
            <a:r>
              <a:t>ab 4.000 PW - 250€</a:t>
            </a:r>
          </a:p>
          <a:p>
            <a:r>
              <a:t>Junior Teamleiter</a:t>
            </a:r>
          </a:p>
          <a:p>
            <a:r>
              <a:t>ab 12.000 PW - 1.000€</a:t>
            </a:r>
          </a:p>
          <a:p>
            <a:r>
              <a:t>Schnell zu erreichen</a:t>
            </a:r>
          </a:p>
          <a:p>
            <a:r>
              <a:t>mit Team</a:t>
            </a:r>
          </a:p>
          <a:p>
            <a:r>
              <a:t>Bonus-Sicherheit</a:t>
            </a:r>
          </a:p>
          <a:p>
            <a:r>
              <a:t>für bis zu 12 Monate</a:t>
            </a:r>
          </a:p>
          <a:p>
            <a:r>
              <a:t>Fokus:</a:t>
            </a:r>
          </a:p>
          <a:p>
            <a:r>
              <a:t>Aufbau eines duplizierbaren Teams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[folie_28]</a:t>
            </a:r>
          </a:p>
          <a:p/>
          <a:p>
            <a:r>
              <a:t>JUBILÄUMSANGEBOTE</a:t>
            </a:r>
          </a:p>
          <a:p>
            <a:r>
              <a:t>DEIN LR AUTO AB JUNIOR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[folie_28a]</a:t>
            </a:r>
          </a:p>
          <a:p/>
          <a:p>
            <a:r>
              <a:t>JUBILÄUMSANGEBOTE - AUDI Q8 HYBRID</a:t>
            </a:r>
          </a:p>
          <a:p>
            <a:r>
              <a:t>DEIN LR FIRMENWAGEN</a:t>
            </a:r>
          </a:p>
          <a:p>
            <a:r>
              <a:t>LR Autokonzept:</a:t>
            </a:r>
          </a:p>
          <a:p>
            <a:r>
              <a:t>Zugriff ab Junior Manager möglich</a:t>
            </a:r>
          </a:p>
          <a:p>
            <a:r>
              <a:t>Premium-Marken:</a:t>
            </a:r>
          </a:p>
          <a:p>
            <a:r>
              <a:t>VW, Audi, Mercedes, Porsche</a:t>
            </a:r>
          </a:p>
          <a:p>
            <a:r>
              <a:t>Keine Anzahlung:</a:t>
            </a:r>
          </a:p>
          <a:p>
            <a:r>
              <a:t>Keine Schlussrate</a:t>
            </a:r>
          </a:p>
          <a:p>
            <a:r>
              <a:t>Günstige Konditionen:</a:t>
            </a:r>
          </a:p>
          <a:p>
            <a:r>
              <a:t>Neuwagen bis zu 80% günstiger</a:t>
            </a:r>
          </a:p>
          <a:p>
            <a:r>
              <a:t>Autobonus:</a:t>
            </a:r>
          </a:p>
          <a:p>
            <a:r>
              <a:t>Zusätzlicher monatlicher Bonus von LR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[folie_28b]</a:t>
            </a:r>
          </a:p>
          <a:p/>
          <a:p>
            <a:r>
              <a:t>AUDI Q7 - AB JUNIOR MANAGER</a:t>
            </a:r>
          </a:p>
          <a:p>
            <a:r>
              <a:t>AUDI Q7</a:t>
            </a:r>
          </a:p>
          <a:p>
            <a:r>
              <a:t>AB JUNIOR MANAGER</a:t>
            </a:r>
          </a:p>
          <a:p>
            <a:r>
              <a:t>Stichpunkt 1</a:t>
            </a:r>
          </a:p>
          <a:p>
            <a:r>
              <a:t>- Details folgen</a:t>
            </a:r>
          </a:p>
          <a:p>
            <a:r>
              <a:t>Stichpunkt 2</a:t>
            </a:r>
          </a:p>
          <a:p>
            <a:r>
              <a:t>- Details folgen</a:t>
            </a:r>
          </a:p>
          <a:p>
            <a:r>
              <a:t>Stichpunkt 3</a:t>
            </a:r>
          </a:p>
          <a:p>
            <a:r>
              <a:t>- Details folgen</a:t>
            </a:r>
          </a:p>
          <a:p>
            <a:r>
              <a:t>Stichpunkt 4</a:t>
            </a:r>
          </a:p>
          <a:p>
            <a:r>
              <a:t>- Details folgen</a:t>
            </a:r>
          </a:p>
          <a:p>
            <a:r>
              <a:t>Autobonus ab Junior Manager</a:t>
            </a:r>
          </a:p>
          <a:p>
            <a:r>
              <a:t>für deinen Traumwagen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[folie_29]</a:t>
            </a:r>
          </a:p>
          <a:p/>
          <a:p>
            <a:r>
              <a:t>LR ZAHLT EINEN AUTOBONUS</a:t>
            </a:r>
          </a:p>
          <a:p>
            <a:r>
              <a:t>Junior Manager:</a:t>
            </a:r>
          </a:p>
          <a:p>
            <a:r>
              <a:t>55€ monatlich</a:t>
            </a:r>
          </a:p>
          <a:p>
            <a:r>
              <a:t>Manager:</a:t>
            </a:r>
          </a:p>
          <a:p>
            <a:r>
              <a:t>110€ monatlich</a:t>
            </a:r>
          </a:p>
          <a:p>
            <a:r>
              <a:t>Junior Teamleiter:</a:t>
            </a:r>
          </a:p>
          <a:p>
            <a:r>
              <a:t>150€ monatlich (NEU!)</a:t>
            </a:r>
          </a:p>
          <a:p>
            <a:r>
              <a:t>Teamleiter:</a:t>
            </a:r>
          </a:p>
          <a:p>
            <a:r>
              <a:t>150€ + 3% FK Bonus (NEU!)</a:t>
            </a:r>
          </a:p>
          <a:p>
            <a:r>
              <a:t>In höheren Stufen</a:t>
            </a:r>
          </a:p>
          <a:p>
            <a:r>
              <a:t>bis 1.300€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[folie_30]</a:t>
            </a:r>
          </a:p>
          <a:p/>
          <a:p>
            <a:r>
              <a:t>KARRIERELEITER</a:t>
            </a:r>
          </a:p>
          <a:p>
            <a:r>
              <a:t>Dein Verdienst:</a:t>
            </a:r>
          </a:p>
          <a:p>
            <a:r>
              <a:t>Wächst mit deinem Einsatz</a:t>
            </a:r>
          </a:p>
          <a:p>
            <a:r>
              <a:t>Fast Track:</a:t>
            </a:r>
          </a:p>
          <a:p>
            <a:r>
              <a:t>Garantierter Bonus (250 € bis 2.000 €)</a:t>
            </a:r>
          </a:p>
          <a:p>
            <a:r>
              <a:t>Business Track:</a:t>
            </a:r>
          </a:p>
          <a:p>
            <a:r>
              <a:t>Einkommen bis 40.000 €</a:t>
            </a:r>
          </a:p>
          <a:p>
            <a:r>
              <a:t>On Top:</a:t>
            </a:r>
          </a:p>
          <a:p>
            <a:r>
              <a:t>Handelsspanne (30–40 %) + Autobonus</a:t>
            </a:r>
          </a:p>
          <a:p>
            <a:r>
              <a:t>Vererbbar:</a:t>
            </a:r>
          </a:p>
          <a:p>
            <a:r>
              <a:t>Das aufgebaute Geschäft ist vollständig vererbbar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[folie_31]</a:t>
            </a:r>
          </a:p>
          <a:p/>
          <a:p>
            <a:r>
              <a:t>WIR HELFEN DIR, ERFOLGREICH ZU SEIN</a:t>
            </a:r>
          </a:p>
          <a:p>
            <a:r>
              <a:t>WIR HELFEN DIR</a:t>
            </a:r>
          </a:p>
          <a:p>
            <a:r>
              <a:t>Persönliches 1:1 Coaching</a:t>
            </a:r>
          </a:p>
          <a:p>
            <a:r>
              <a:t>durch Sponsor/Upline</a:t>
            </a:r>
          </a:p>
          <a:p>
            <a:r>
              <a:t>KI-Partnerin Lina</a:t>
            </a:r>
          </a:p>
          <a:p>
            <a:r>
              <a:t>(24/7 Support, Live-Coaching &amp; Content-Hilfe)</a:t>
            </a:r>
          </a:p>
          <a:p>
            <a:r>
              <a:t>Umfassende Schulung</a:t>
            </a:r>
          </a:p>
          <a:p>
            <a:r>
              <a:t>durch Seminare, Webinare und Videos</a:t>
            </a:r>
          </a:p>
          <a:p>
            <a:r>
              <a:t>Digitale Tools</a:t>
            </a:r>
          </a:p>
          <a:p>
            <a:r>
              <a:t>wie LR MyOffice, LR World und Connect App</a:t>
            </a:r>
          </a:p>
          <a:p>
            <a:r>
              <a:t>Starke Community</a:t>
            </a:r>
          </a:p>
          <a:p>
            <a:r>
              <a:t>und Teamwork für Motivation und Austausch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[folie_32]</a:t>
            </a:r>
          </a:p>
          <a:p/>
          <a:p>
            <a:r>
              <a:t>EVENTS</a:t>
            </a:r>
          </a:p>
          <a:p>
            <a:r>
              <a:t>Erlebe</a:t>
            </a:r>
          </a:p>
          <a:p>
            <a:r>
              <a:t>LR live</a:t>
            </a:r>
          </a:p>
          <a:p>
            <a:r>
              <a:t>Inspirierende</a:t>
            </a:r>
          </a:p>
          <a:p>
            <a:r>
              <a:t>Events und Veranstaltungen</a:t>
            </a:r>
          </a:p>
          <a:p>
            <a:r>
              <a:t>Networking</a:t>
            </a:r>
          </a:p>
          <a:p>
            <a:r>
              <a:t>mit Gleichgesinnten</a:t>
            </a:r>
          </a:p>
          <a:p>
            <a:r>
              <a:t>Motivation</a:t>
            </a:r>
          </a:p>
          <a:p>
            <a:r>
              <a:t>und Weiterbildung</a:t>
            </a:r>
          </a:p>
          <a:p>
            <a:r>
              <a:t>Networking</a:t>
            </a:r>
          </a:p>
          <a:p>
            <a:r>
              <a:t>mit Top-Partnern aus ganz Europa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[folie_33]</a:t>
            </a:r>
          </a:p>
          <a:p/>
          <a:p>
            <a:r>
              <a:t>TRAUMREISEN</a:t>
            </a:r>
          </a:p>
          <a:p>
            <a:r>
              <a:t>TRAUMREISEN MIT LR</a:t>
            </a:r>
          </a:p>
          <a:p>
            <a:r>
              <a:t>Exklusive Incentive-Reisen</a:t>
            </a:r>
          </a:p>
          <a:p>
            <a:r>
              <a:t>Zusätzliche Belohnung</a:t>
            </a:r>
          </a:p>
          <a:p>
            <a:r>
              <a:t>im Karriereplan</a:t>
            </a:r>
          </a:p>
          <a:p>
            <a:r>
              <a:t>Traumziele</a:t>
            </a:r>
          </a:p>
          <a:p>
            <a:r>
              <a:t>für unvergessliche Erlebnisse</a:t>
            </a:r>
          </a:p>
          <a:p>
            <a:r>
              <a:t>Anerkennung</a:t>
            </a:r>
          </a:p>
          <a:p>
            <a:r>
              <a:t>für erreichte Erfolge</a:t>
            </a:r>
          </a:p>
          <a:p>
            <a:r>
              <a:t>Qualifikation</a:t>
            </a:r>
          </a:p>
          <a:p>
            <a:r>
              <a:t>für erfolgreiche 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[folie_34]</a:t>
            </a:r>
          </a:p>
          <a:p/>
          <a:p>
            <a:r>
              <a:t>LINA - DEINE KI-PARTNERIN</a:t>
            </a:r>
          </a:p>
          <a:p>
            <a:r>
              <a:t>LINA – DEINE KI-PARTNERIN</a:t>
            </a:r>
          </a:p>
          <a:p>
            <a:r>
              <a:t>Deine digitale Business-Assistentin</a:t>
            </a:r>
          </a:p>
          <a:p>
            <a:r>
              <a:t>Live Coaching &amp; Telefonie</a:t>
            </a:r>
          </a:p>
          <a:p>
            <a:r>
              <a:t>in Echtzeit</a:t>
            </a:r>
          </a:p>
          <a:p>
            <a:r>
              <a:t>Zugriff</a:t>
            </a:r>
          </a:p>
          <a:p>
            <a:r>
              <a:t>auf das gesamte LR Wissen</a:t>
            </a:r>
          </a:p>
          <a:p>
            <a:r>
              <a:t>Hilfe</a:t>
            </a:r>
          </a:p>
          <a:p>
            <a:r>
              <a:t>bei Social Media/Content</a:t>
            </a:r>
          </a:p>
          <a:p>
            <a:r>
              <a:t>24/7 verfügbar</a:t>
            </a:r>
          </a:p>
          <a:p>
            <a:r>
              <a:t>und speichert Gespräche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[folie_35]</a:t>
            </a:r>
          </a:p>
          <a:p/>
          <a:p>
            <a:r>
              <a:t>Lina stellt sich vor</a:t>
            </a:r>
          </a:p>
          <a:p>
            <a:r>
              <a:t>LINA STELLT SICH VOR</a:t>
            </a:r>
          </a:p>
          <a:p>
            <a:r>
              <a:t>Ihr Browser unterstützt das Video-Tag nicht.</a:t>
            </a:r>
          </a:p>
          <a:p>
            <a:r>
              <a:t>Lina - Deine vollumfängliche Business-Partnerin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[folie_36]</a:t>
            </a:r>
          </a:p>
          <a:p/>
          <a:p>
            <a:r>
              <a:t>Lina - Deine vollumfängliche Business-Partnerin</a:t>
            </a:r>
          </a:p>
          <a:p>
            <a:r>
              <a:t>LINA - DEINE VOLLUMFÄNGLICHE</a:t>
            </a:r>
          </a:p>
          <a:p>
            <a:r>
              <a:t>BUSINESS-PARTNERIN</a:t>
            </a:r>
          </a:p>
          <a:p>
            <a:r>
              <a:t>1</a:t>
            </a:r>
          </a:p>
          <a:p>
            <a:r>
              <a:t>Wissen &amp; Coaching</a:t>
            </a:r>
          </a:p>
          <a:p>
            <a:r>
              <a:t>Umfassendes LR-Wissen und persönliches Coaching</a:t>
            </a:r>
          </a:p>
          <a:p>
            <a:r>
              <a:t>2</a:t>
            </a:r>
          </a:p>
          <a:p>
            <a:r>
              <a:t>Vertrieb &amp; WhatsApp</a:t>
            </a:r>
          </a:p>
          <a:p>
            <a:r>
              <a:t>Automatisierte Kundenbetreuung via WhatsApp</a:t>
            </a:r>
          </a:p>
          <a:p>
            <a:r>
              <a:t>3</a:t>
            </a:r>
          </a:p>
          <a:p>
            <a:r>
              <a:t>Social Media</a:t>
            </a:r>
          </a:p>
          <a:p>
            <a:r>
              <a:t>KI-Content-Erstellung (Bilder, Videos, Texte)</a:t>
            </a:r>
          </a:p>
          <a:p>
            <a:r>
              <a:t>4</a:t>
            </a:r>
          </a:p>
          <a:p>
            <a:r>
              <a:t>Live-Telefonie</a:t>
            </a:r>
          </a:p>
          <a:p>
            <a:r>
              <a:t>Echtzeit-Gespräche mit neuester Stream-Technologie</a:t>
            </a:r>
          </a:p>
          <a:p>
            <a:r>
              <a:t>5</a:t>
            </a:r>
          </a:p>
          <a:p>
            <a:r>
              <a:t>Gedächtnis</a:t>
            </a:r>
          </a:p>
          <a:p>
            <a:r>
              <a:t>Erinnert sich an alle Gespräche und Details</a:t>
            </a:r>
          </a:p>
          <a:p>
            <a:r>
              <a:t>6</a:t>
            </a:r>
          </a:p>
          <a:p>
            <a:r>
              <a:t>24/7 Verfügbar</a:t>
            </a:r>
          </a:p>
          <a:p>
            <a:r>
              <a:t>Immer für dich da - rund um die Uhr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[folie_37]</a:t>
            </a:r>
          </a:p>
          <a:p/>
          <a:p>
            <a:r>
              <a:t>DEIN EINSTIEG - EINFACH, SICHER, ERFOLGREICH</a:t>
            </a:r>
          </a:p>
          <a:p>
            <a:r>
              <a:t>Kein Mindestumsatz</a:t>
            </a:r>
          </a:p>
          <a:p>
            <a:r>
              <a:t>- Ab</a:t>
            </a:r>
          </a:p>
          <a:p>
            <a:r>
              <a:t>150€</a:t>
            </a:r>
          </a:p>
          <a:p>
            <a:r>
              <a:t>inkl. Online-Shop, Webseite, Lina, Produkte</a:t>
            </a:r>
          </a:p>
          <a:p>
            <a:r>
              <a:t>Fertiges Konzept</a:t>
            </a:r>
          </a:p>
          <a:p>
            <a:r>
              <a:t>- seit 40 Jahren erfolgreich</a:t>
            </a:r>
          </a:p>
          <a:p>
            <a:r>
              <a:t>Sofort starten</a:t>
            </a:r>
          </a:p>
          <a:p>
            <a:r>
              <a:t>- Keine Abnahmeverpflichtung</a:t>
            </a:r>
          </a:p>
          <a:p>
            <a:r>
              <a:t>Kostenlose Einarbeitung</a:t>
            </a:r>
          </a:p>
          <a:p>
            <a:r>
              <a:t>Keine Vorkenntnisse</a:t>
            </a:r>
          </a:p>
          <a:p>
            <a:r>
              <a:t>erforderlich - wir schulen dich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[folie_39]</a:t>
            </a:r>
          </a:p>
          <a:p/>
          <a:p>
            <a:r>
              <a:t>Deine nächsten Schritte</a:t>
            </a:r>
          </a:p>
          <a:p>
            <a:r>
              <a:t>DEINE NÄCHSTEN SCHRITTE</a:t>
            </a:r>
          </a:p>
          <a:p>
            <a:r>
              <a:t>1:</a:t>
            </a:r>
          </a:p>
          <a:p>
            <a:r>
              <a:t>Entscheidung treffen - HEUTE</a:t>
            </a:r>
          </a:p>
          <a:p>
            <a:r>
              <a:t>2:</a:t>
            </a:r>
          </a:p>
          <a:p>
            <a:r>
              <a:t>Kontaktiere die Person, die dir das Video schickte (deinen Sponsor)</a:t>
            </a:r>
          </a:p>
          <a:p>
            <a:r>
              <a:t>3:</a:t>
            </a:r>
          </a:p>
          <a:p>
            <a:r>
              <a:t>Wähle dein Starterset und definiere erste Ziele - Gemeinsam durchstarten</a:t>
            </a:r>
          </a:p>
          <a:p>
            <a:r>
              <a:t>4:</a:t>
            </a:r>
          </a:p>
          <a:p>
            <a:r>
              <a:t>Starte sofort mit Lina (24/7 KI-Partnerin)</a:t>
            </a:r>
          </a:p>
          <a:p>
            <a:r>
              <a:t>Wichtig:</a:t>
            </a:r>
          </a:p>
          <a:p>
            <a:r>
              <a:t>Nicht irgendwo anmelden - sonst landest du in einem anderen Team!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[folie_40]</a:t>
            </a:r>
          </a:p>
          <a:p/>
          <a:p>
            <a:r>
              <a:t>Warum wir uns dein Vertrauen verdient haben</a:t>
            </a:r>
          </a:p>
          <a:p>
            <a:r>
              <a:t>Headquarter</a:t>
            </a:r>
          </a:p>
          <a:p>
            <a:r>
              <a:t>in Ahlen, Deutschland</a:t>
            </a:r>
          </a:p>
          <a:p>
            <a:r>
              <a:t>40 Jahre</a:t>
            </a:r>
          </a:p>
          <a:p>
            <a:r>
              <a:t>Erfolgsgeschichte</a:t>
            </a:r>
          </a:p>
          <a:p>
            <a:r>
              <a:t>95% Made in Germany</a:t>
            </a:r>
          </a:p>
          <a:p>
            <a:r>
              <a:t>35.000 Autos</a:t>
            </a:r>
          </a:p>
          <a:p>
            <a:r>
              <a:t>übergeben</a:t>
            </a:r>
          </a:p>
          <a:p>
            <a:r>
              <a:t>1,8 Milliarden Euro</a:t>
            </a:r>
          </a:p>
          <a:p>
            <a:r>
              <a:t>Boni ausgezahlt</a:t>
            </a:r>
          </a:p>
          <a:p>
            <a:r>
              <a:t>33 Länder</a:t>
            </a:r>
          </a:p>
          <a:p>
            <a:r>
              <a:t>weltweit</a:t>
            </a:r>
          </a:p>
          <a:p>
            <a:r>
              <a:t>...DEIN VERTRAUEN</a:t>
            </a:r>
          </a:p>
          <a:p>
            <a:r>
              <a:t>VERDIENT HABEN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[folie_41]</a:t>
            </a:r>
          </a:p>
          <a:p/>
          <a:p>
            <a:r>
              <a:t>Dein direkter Kontakt</a:t>
            </a:r>
          </a:p>
          <a:p>
            <a:r>
              <a:t>DEIN DIREKTER KONTAKT</a:t>
            </a:r>
          </a:p>
          <a:p>
            <a:r>
              <a:t>MATHIAS</a:t>
            </a:r>
          </a:p>
          <a:p>
            <a:r>
              <a:t>Platin-Orgaleiter</a:t>
            </a:r>
          </a:p>
          <a:p>
            <a:r>
              <a:t>+49 171 5060008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[folie_42]</a:t>
            </a:r>
          </a:p>
          <a:p/>
          <a:p>
            <a:r>
              <a:t>Herzlich Willkommen im LR Lifestyle Team</a:t>
            </a:r>
          </a:p>
          <a:p>
            <a:r>
              <a:t>HERZLICH WILLKOMMEN</a:t>
            </a:r>
          </a:p>
          <a:p>
            <a:r>
              <a:t>IM LR LIFESTYLE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[folie_43]</a:t>
            </a:r>
          </a:p>
          <a:p/>
          <a:p>
            <a:r>
              <a:t>40 YEARS LR - YOUR CHOICE!</a:t>
            </a:r>
          </a:p>
          <a:p>
            <a:r>
              <a:t>DEINE WAHL</a:t>
            </a:r>
          </a:p>
          <a:p>
            <a:r>
              <a:t>Freiheit:</a:t>
            </a:r>
          </a:p>
          <a:p>
            <a:r>
              <a:t>Arbeite wann und wo du willst</a:t>
            </a:r>
          </a:p>
          <a:p>
            <a:r>
              <a:t>Erfolg:</a:t>
            </a:r>
          </a:p>
          <a:p>
            <a:r>
              <a:t>Baue dein eigenes Business auf</a:t>
            </a:r>
          </a:p>
          <a:p>
            <a:r>
              <a:t>Lifestyle:</a:t>
            </a:r>
          </a:p>
          <a:p>
            <a:r>
              <a:t>Lebe das Leben deiner Träume</a:t>
            </a:r>
          </a:p>
          <a:p>
            <a:r>
              <a:t>Gemeinschaft:</a:t>
            </a:r>
          </a:p>
          <a:p>
            <a:r>
              <a:t>Werde Teil unseres Teams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LR Lifestyle-Team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Löwenstarkes Team – Geschäftspräsentation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Löwenstarkes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LR LIFESTYLE-TEAM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40 JAHRE ERFOLG &amp; STABILITÄT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Seit</a:t>
            </a:r>
          </a:p>
          <a:p>
            <a:pPr>
              <a:defRPr sz="1800"/>
            </a:pPr>
            <a:r>
              <a:t>1985</a:t>
            </a:r>
          </a:p>
          <a:p>
            <a:pPr>
              <a:defRPr sz="1800"/>
            </a:pPr>
            <a:r>
              <a:t>– 40 Jahre Erfahrung</a:t>
            </a:r>
          </a:p>
          <a:p>
            <a:pPr>
              <a:defRPr sz="1800"/>
            </a:pPr>
            <a:r>
              <a:t>Made in Germany –</a:t>
            </a:r>
          </a:p>
          <a:p>
            <a:pPr>
              <a:defRPr sz="1800"/>
            </a:pPr>
            <a:r>
              <a:t>Premium-Qualität</a:t>
            </a:r>
          </a:p>
          <a:p>
            <a:pPr>
              <a:defRPr sz="1800"/>
            </a:pPr>
            <a:r>
              <a:t>32 Länder</a:t>
            </a:r>
          </a:p>
          <a:p>
            <a:pPr>
              <a:defRPr sz="1800"/>
            </a:pPr>
            <a:r>
              <a:t>– Weltweite Präsenz</a:t>
            </a:r>
          </a:p>
          <a:p>
            <a:pPr>
              <a:defRPr sz="1800"/>
            </a:pPr>
            <a:r>
              <a:t>1,8 Mrd. €</a:t>
            </a:r>
          </a:p>
          <a:p>
            <a:pPr>
              <a:defRPr sz="1800"/>
            </a:pPr>
            <a:r>
              <a:t>– Ausgezahlte Boni</a:t>
            </a:r>
          </a:p>
          <a:p>
            <a:pPr>
              <a:defRPr sz="1800"/>
            </a:pPr>
            <a:r>
              <a:t>Über 1 Million Kunden</a:t>
            </a:r>
          </a:p>
          <a:p>
            <a:pPr>
              <a:defRPr sz="1800"/>
            </a:pPr>
            <a:r>
              <a:t>weltweit vertrauen auf LR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REKORD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REKORD 2024: DEIN KARRIERE-BOOST</a:t>
            </a:r>
          </a:p>
          <a:p>
            <a:pPr>
              <a:defRPr sz="1800"/>
            </a:pPr>
            <a:r>
              <a:t>Erfolgreichsten Monate</a:t>
            </a:r>
          </a:p>
          <a:p>
            <a:pPr>
              <a:defRPr sz="1800"/>
            </a:pPr>
            <a:r>
              <a:t>seit 40 Jahren!</a:t>
            </a:r>
          </a:p>
          <a:p>
            <a:pPr>
              <a:defRPr sz="1800"/>
            </a:pPr>
            <a:r>
              <a:t>Über</a:t>
            </a:r>
          </a:p>
          <a:p>
            <a:pPr>
              <a:defRPr sz="1800"/>
            </a:pPr>
            <a:r>
              <a:t>18.000 neue Karrieren</a:t>
            </a:r>
          </a:p>
          <a:p>
            <a:pPr>
              <a:defRPr sz="1800"/>
            </a:pPr>
            <a:r>
              <a:t>in 2024</a:t>
            </a:r>
          </a:p>
          <a:p>
            <a:pPr>
              <a:defRPr sz="1800"/>
            </a:pPr>
            <a:r>
              <a:t>10.635 neue Junior Manager</a:t>
            </a:r>
          </a:p>
          <a:p>
            <a:pPr>
              <a:defRPr sz="1800"/>
            </a:pPr>
            <a:r>
              <a:t>Der beste Zeitpunkt ist</a:t>
            </a:r>
          </a:p>
          <a:p>
            <a:pPr>
              <a:defRPr sz="1800"/>
            </a:pPr>
            <a:r>
              <a:t>JETZT</a:t>
            </a:r>
          </a:p>
          <a:p>
            <a:pPr>
              <a:defRPr sz="1800"/>
            </a:pPr>
            <a:r>
              <a:t>Jetzt durchstarten</a:t>
            </a:r>
          </a:p>
          <a:p>
            <a:pPr>
              <a:defRPr sz="1800"/>
            </a:pPr>
            <a:r>
              <a:t>und vom Rekordwachstum profitieren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ZUKUNFTSMÄRKTE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Gesundheit &amp; Wellness</a:t>
            </a:r>
          </a:p>
          <a:p>
            <a:pPr>
              <a:defRPr sz="1800"/>
            </a:pPr>
            <a:r>
              <a:t>- Wachstumsmarkt der Zukunft</a:t>
            </a:r>
          </a:p>
          <a:p>
            <a:pPr>
              <a:defRPr sz="1800"/>
            </a:pPr>
            <a:r>
              <a:t>Aloe Vera</a:t>
            </a:r>
          </a:p>
          <a:p>
            <a:pPr>
              <a:defRPr sz="1800"/>
            </a:pPr>
            <a:r>
              <a:t>- Marktführer Europa</a:t>
            </a:r>
          </a:p>
          <a:p>
            <a:pPr>
              <a:defRPr sz="1800"/>
            </a:pPr>
            <a:r>
              <a:t>Wissenschaftlich</a:t>
            </a:r>
          </a:p>
          <a:p>
            <a:pPr>
              <a:defRPr sz="1800"/>
            </a:pPr>
            <a:r>
              <a:t>fundierte Produkte</a:t>
            </a:r>
          </a:p>
          <a:p>
            <a:pPr>
              <a:defRPr sz="1800"/>
            </a:pPr>
            <a:r>
              <a:t>Beauty &amp; Luxus-Düfte</a:t>
            </a:r>
          </a:p>
          <a:p>
            <a:pPr>
              <a:defRPr sz="1800"/>
            </a:pPr>
            <a:r>
              <a:t>- Milliardenmarkt</a:t>
            </a:r>
          </a:p>
          <a:p>
            <a:pPr>
              <a:defRPr sz="1800"/>
            </a:pPr>
            <a:r>
              <a:t>Premium Hautpflege</a:t>
            </a:r>
          </a:p>
          <a:p>
            <a:pPr>
              <a:defRPr sz="1800"/>
            </a:pPr>
            <a:r>
              <a:t>- ZEITGARD &amp; SIGNATURE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300+ PRODUKTE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Über</a:t>
            </a:r>
          </a:p>
          <a:p>
            <a:pPr>
              <a:defRPr sz="1800"/>
            </a:pPr>
            <a:r>
              <a:t>300 Produkte</a:t>
            </a:r>
          </a:p>
          <a:p>
            <a:pPr>
              <a:defRPr sz="1800"/>
            </a:pPr>
            <a:r>
              <a:t>im Sortiment</a:t>
            </a:r>
          </a:p>
          <a:p>
            <a:pPr>
              <a:defRPr sz="1800"/>
            </a:pPr>
            <a:r>
              <a:t>Vielfältiges Sortiment</a:t>
            </a:r>
          </a:p>
          <a:p>
            <a:pPr>
              <a:defRPr sz="1800"/>
            </a:pPr>
            <a:r>
              <a:t>- Für jeden Bedarf</a:t>
            </a:r>
          </a:p>
          <a:p>
            <a:pPr>
              <a:defRPr sz="1800"/>
            </a:pPr>
            <a:r>
              <a:t>Ständige Innovation</a:t>
            </a:r>
          </a:p>
          <a:p>
            <a:pPr>
              <a:defRPr sz="1800"/>
            </a:pPr>
            <a:r>
              <a:t>- Neue Produkte</a:t>
            </a:r>
          </a:p>
          <a:p>
            <a:pPr>
              <a:defRPr sz="1800"/>
            </a:pPr>
            <a:r>
              <a:t>Made in Germany</a:t>
            </a:r>
          </a:p>
          <a:p>
            <a:pPr>
              <a:defRPr sz="1800"/>
            </a:pPr>
            <a:r>
              <a:t>- 95% Eigenproduktion</a:t>
            </a:r>
          </a:p>
          <a:p>
            <a:pPr>
              <a:defRPr sz="1800"/>
            </a:pPr>
            <a:r>
              <a:t>Ausgezeichnete Qualität</a:t>
            </a:r>
          </a:p>
          <a:p>
            <a:pPr>
              <a:defRPr sz="1800"/>
            </a:pPr>
            <a:r>
              <a:t>– Internationale Zertifikate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Qualität Made in Germany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QUALITÄT</a:t>
            </a:r>
          </a:p>
          <a:p>
            <a:pPr>
              <a:defRPr sz="1800"/>
            </a:pPr>
            <a:r>
              <a:t>MADE IN GERMANY</a:t>
            </a:r>
          </a:p>
          <a:p>
            <a:pPr>
              <a:defRPr sz="1800"/>
            </a:pPr>
            <a:r>
              <a:t>Eigene Produktion</a:t>
            </a:r>
          </a:p>
          <a:p>
            <a:pPr>
              <a:defRPr sz="1800"/>
            </a:pPr>
            <a:r>
              <a:t>in Ahlen, Deutschland</a:t>
            </a:r>
          </a:p>
          <a:p>
            <a:pPr>
              <a:defRPr sz="1800"/>
            </a:pPr>
            <a:r>
              <a:t>Zertifizierte Qualität</a:t>
            </a:r>
          </a:p>
          <a:p>
            <a:pPr>
              <a:defRPr sz="1800"/>
            </a:pPr>
            <a:r>
              <a:t>nach höchsten Standards</a:t>
            </a:r>
          </a:p>
          <a:p>
            <a:pPr>
              <a:defRPr sz="1800"/>
            </a:pPr>
            <a:r>
              <a:t>Regelmäßige Laborkontrollen</a:t>
            </a:r>
          </a:p>
          <a:p>
            <a:pPr>
              <a:defRPr sz="1800"/>
            </a:pPr>
            <a:r>
              <a:t>für beste Ergebnisse</a:t>
            </a:r>
          </a:p>
          <a:p>
            <a:pPr>
              <a:defRPr sz="1800"/>
            </a:pPr>
            <a:r>
              <a:t>Frische Aloe Vera</a:t>
            </a:r>
          </a:p>
          <a:p>
            <a:pPr>
              <a:defRPr sz="1800"/>
            </a:pPr>
            <a:r>
              <a:t>aus eigenem Anbau</a:t>
            </a:r>
          </a:p>
          <a:p>
            <a:pPr>
              <a:defRPr sz="1800"/>
            </a:pPr>
            <a:r>
              <a:t>ISO 9001 zertifiziert</a:t>
            </a:r>
          </a:p>
          <a:p>
            <a:pPr>
              <a:defRPr sz="1800"/>
            </a:pPr>
            <a:r>
              <a:t>für höchste Produktionsstandards</a:t>
            </a:r>
          </a:p>
          <a:p>
            <a:pPr>
              <a:defRPr sz="1800"/>
            </a:pPr>
            <a:r>
              <a:t>FRISCHE</a:t>
            </a:r>
          </a:p>
          <a:p>
            <a:pPr>
              <a:defRPr sz="1800"/>
            </a:pPr>
            <a:r>
              <a:t>ALOE VERA</a:t>
            </a:r>
          </a:p>
          <a:p>
            <a:pPr>
              <a:defRPr sz="1800"/>
            </a:pPr>
            <a:r>
              <a:t>20.000 LITER</a:t>
            </a:r>
          </a:p>
          <a:p>
            <a:pPr>
              <a:defRPr sz="1800"/>
            </a:pPr>
            <a:r>
              <a:t>TANKS</a:t>
            </a:r>
          </a:p>
          <a:p>
            <a:pPr>
              <a:defRPr sz="1800"/>
            </a:pPr>
            <a:r>
              <a:t>MADE IN</a:t>
            </a:r>
          </a:p>
          <a:p>
            <a:pPr>
              <a:defRPr sz="1800"/>
            </a:pPr>
            <a:r>
              <a:t>GERMANY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08 - Aloe Vera 77 Mio. Liter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ALOE VERA – MARKTFÜHRER &amp; INNOVATION</a:t>
            </a:r>
          </a:p>
          <a:p>
            <a:pPr>
              <a:defRPr sz="1800"/>
            </a:pPr>
            <a:r>
              <a:t>20 Jahre Aloe Vera-Experte</a:t>
            </a:r>
          </a:p>
          <a:p>
            <a:pPr>
              <a:defRPr sz="1800"/>
            </a:pPr>
            <a:r>
              <a:t>und Marktführer</a:t>
            </a:r>
          </a:p>
          <a:p>
            <a:pPr>
              <a:defRPr sz="1800"/>
            </a:pPr>
            <a:r>
              <a:t>Höchste Qualität</a:t>
            </a:r>
          </a:p>
          <a:p>
            <a:pPr>
              <a:defRPr sz="1800"/>
            </a:pPr>
            <a:r>
              <a:t>bestätigt durch SGS INSTITUT FRESENIUS und IASC</a:t>
            </a:r>
          </a:p>
          <a:p>
            <a:pPr>
              <a:defRPr sz="1800"/>
            </a:pPr>
            <a:r>
              <a:t>Innovative Fermentation</a:t>
            </a:r>
          </a:p>
          <a:p>
            <a:pPr>
              <a:defRPr sz="1800"/>
            </a:pPr>
            <a:r>
              <a:t>(Magic Power Duo)</a:t>
            </a:r>
          </a:p>
          <a:p>
            <a:pPr>
              <a:defRPr sz="1800"/>
            </a:pPr>
            <a:r>
              <a:t>77 Millionen Liter</a:t>
            </a:r>
          </a:p>
          <a:p>
            <a:pPr>
              <a:defRPr sz="1800"/>
            </a:pPr>
            <a:r>
              <a:t>Aloe Vera produziert</a:t>
            </a:r>
          </a:p>
          <a:p>
            <a:pPr>
              <a:defRPr sz="1800"/>
            </a:pPr>
            <a:r>
              <a:t>Wirkt wie ein natürliches Anti-Aging</a:t>
            </a:r>
          </a:p>
          <a:p>
            <a:pPr>
              <a:defRPr sz="1800"/>
            </a:pPr>
            <a:r>
              <a:t>DERMATEST</a:t>
            </a:r>
          </a:p>
          <a:p>
            <a:pPr>
              <a:defRPr sz="1800"/>
            </a:pPr>
            <a:r>
              <a:t>ZERTIFIZIERT</a:t>
            </a:r>
          </a:p>
          <a:p>
            <a:pPr>
              <a:defRPr sz="1800"/>
            </a:pPr>
            <a:r>
              <a:t>IASC</a:t>
            </a:r>
          </a:p>
          <a:p>
            <a:pPr>
              <a:defRPr sz="1800"/>
            </a:pPr>
            <a:r>
              <a:t>ZERTIFIKAT</a:t>
            </a:r>
          </a:p>
          <a:p>
            <a:pPr>
              <a:defRPr sz="1800"/>
            </a:pPr>
            <a:r>
              <a:t>FERMENTIERT</a:t>
            </a:r>
          </a:p>
          <a:p>
            <a:pPr>
              <a:defRPr sz="1800"/>
            </a:pPr>
            <a:r>
              <a:t>POWER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Basis für</a:t>
            </a:r>
          </a:p>
          <a:p>
            <a:pPr>
              <a:defRPr sz="1800"/>
            </a:pPr>
            <a:r>
              <a:t>Energie und Wohlbefinden</a:t>
            </a:r>
          </a:p>
          <a:p>
            <a:pPr>
              <a:defRPr sz="1800"/>
            </a:pPr>
            <a:r>
              <a:t>Synergie aus</a:t>
            </a:r>
          </a:p>
          <a:p>
            <a:pPr>
              <a:defRPr sz="1800"/>
            </a:pPr>
            <a:r>
              <a:t>Natur und Wissenschaft</a:t>
            </a:r>
          </a:p>
          <a:p>
            <a:pPr>
              <a:defRPr sz="1800"/>
            </a:pPr>
            <a:r>
              <a:t>Gezielte</a:t>
            </a:r>
          </a:p>
          <a:p>
            <a:pPr>
              <a:defRPr sz="1800"/>
            </a:pPr>
            <a:r>
              <a:t>Zell- und Leber-Unterstützung</a:t>
            </a:r>
          </a:p>
          <a:p>
            <a:pPr>
              <a:defRPr sz="1800"/>
            </a:pPr>
            <a:r>
              <a:t>Fokus auf</a:t>
            </a:r>
          </a:p>
          <a:p>
            <a:pPr>
              <a:defRPr sz="1800"/>
            </a:pPr>
            <a:r>
              <a:t>3 Essenzielle Säulen:</a:t>
            </a:r>
          </a:p>
          <a:p>
            <a:pPr>
              <a:defRPr sz="1800"/>
            </a:pPr>
            <a:r>
              <a:t>Darm, Leber &amp; Zellstoffwechsel</a:t>
            </a:r>
          </a:p>
          <a:p>
            <a:pPr>
              <a:defRPr sz="1800"/>
            </a:pPr>
            <a:r>
              <a:t>Ganzheitliches Konzept</a:t>
            </a:r>
          </a:p>
          <a:p>
            <a:pPr>
              <a:defRPr sz="1800"/>
            </a:pPr>
            <a:r>
              <a:t>für Gesundheit und Wohlbefinden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BODY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Smart-Ernährungskonzept</a:t>
            </a:r>
          </a:p>
          <a:p>
            <a:pPr>
              <a:defRPr sz="1800"/>
            </a:pPr>
            <a:r>
              <a:t>- von Experten entwickelt</a:t>
            </a:r>
          </a:p>
          <a:p>
            <a:pPr>
              <a:defRPr sz="1800"/>
            </a:pPr>
            <a:r>
              <a:t>Effektiver Mahlzeitenersatz</a:t>
            </a:r>
          </a:p>
          <a:p>
            <a:pPr>
              <a:defRPr sz="1800"/>
            </a:pPr>
            <a:r>
              <a:t>mit FIGUACTIVE Shakes &amp; Suppen</a:t>
            </a:r>
          </a:p>
          <a:p>
            <a:pPr>
              <a:defRPr sz="1800"/>
            </a:pPr>
            <a:r>
              <a:t>Smarte Begleiter</a:t>
            </a:r>
          </a:p>
          <a:p>
            <a:pPr>
              <a:defRPr sz="1800"/>
            </a:pPr>
            <a:r>
              <a:t>- Protein Power &amp; Pro Balance</a:t>
            </a:r>
          </a:p>
          <a:p>
            <a:pPr>
              <a:defRPr sz="1800"/>
            </a:pPr>
            <a:r>
              <a:t>Motivations-Support</a:t>
            </a:r>
          </a:p>
          <a:p>
            <a:pPr>
              <a:defRPr sz="1800"/>
            </a:pPr>
            <a:r>
              <a:t>mit Wochenplänen &amp; Rezepten</a:t>
            </a:r>
          </a:p>
          <a:p>
            <a:pPr>
              <a:defRPr sz="1800"/>
            </a:pPr>
            <a:r>
              <a:t>Sporternährung</a:t>
            </a:r>
          </a:p>
          <a:p>
            <a:pPr>
              <a:defRPr sz="1800"/>
            </a:pPr>
            <a:r>
              <a:t>für optimale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DEIN LEBEN. DEIN TAKT - Lifetakt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DEIN LEBEN. DEIN TAKT</a:t>
            </a:r>
          </a:p>
          <a:p>
            <a:pPr>
              <a:defRPr sz="1800"/>
            </a:pPr>
            <a:r>
              <a:t>LIFETAKT</a:t>
            </a:r>
          </a:p>
          <a:p>
            <a:pPr>
              <a:defRPr sz="1800"/>
            </a:pPr>
            <a:r>
              <a:t>NAHRUNGSERGÄNZUNG</a:t>
            </a:r>
          </a:p>
          <a:p>
            <a:pPr>
              <a:defRPr sz="1800"/>
            </a:pPr>
            <a:r>
              <a:t>VERDAUUNG</a:t>
            </a:r>
          </a:p>
          <a:p>
            <a:pPr>
              <a:defRPr sz="1800"/>
            </a:pPr>
            <a:r>
              <a:t>BEWEGUNG &amp; KNOCHEN</a:t>
            </a:r>
          </a:p>
          <a:p>
            <a:pPr>
              <a:defRPr sz="1800"/>
            </a:pPr>
            <a:r>
              <a:t>IMMUNSYSTEM</a:t>
            </a:r>
          </a:p>
          <a:p>
            <a:pPr>
              <a:defRPr sz="1800"/>
            </a:pPr>
            <a:r>
              <a:t>ZELL-BOOSTER</a:t>
            </a:r>
          </a:p>
          <a:p>
            <a:pPr>
              <a:defRPr sz="1800"/>
            </a:pPr>
            <a:r>
              <a:t>ENERGIE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ZEITGARD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Luxus-Hautpflege</a:t>
            </a:r>
          </a:p>
          <a:p>
            <a:pPr>
              <a:defRPr sz="1800"/>
            </a:pPr>
            <a:r>
              <a:t>mit Oszillation &amp; Ultraschall</a:t>
            </a:r>
          </a:p>
          <a:p>
            <a:pPr>
              <a:defRPr sz="1800"/>
            </a:pPr>
            <a:r>
              <a:t>Zeitgard Pro</a:t>
            </a:r>
          </a:p>
          <a:p>
            <a:pPr>
              <a:defRPr sz="1800"/>
            </a:pPr>
            <a:r>
              <a:t>Gerät - Innovation</a:t>
            </a:r>
          </a:p>
          <a:p>
            <a:pPr>
              <a:defRPr sz="1800"/>
            </a:pPr>
            <a:r>
              <a:t>Zum Patent angemeldete Technologie</a:t>
            </a:r>
          </a:p>
          <a:p>
            <a:pPr>
              <a:defRPr sz="1800"/>
            </a:pPr>
            <a:r>
              <a:t>für innovative Hautpflege</a:t>
            </a:r>
          </a:p>
          <a:p>
            <a:pPr>
              <a:defRPr sz="1800"/>
            </a:pPr>
            <a:r>
              <a:t>Professionelle</a:t>
            </a:r>
          </a:p>
          <a:p>
            <a:pPr>
              <a:defRPr sz="1800"/>
            </a:pPr>
            <a:r>
              <a:t>Ergebnisse zu Hause</a:t>
            </a:r>
          </a:p>
          <a:p>
            <a:pPr>
              <a:defRPr sz="1800"/>
            </a:pPr>
            <a:r>
              <a:t>Anti-Aging Technologie</a:t>
            </a:r>
          </a:p>
          <a:p>
            <a:pPr>
              <a:defRPr sz="1800"/>
            </a:pPr>
            <a:r>
              <a:t>mit sichtbaren Ergebnissen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SIGNATURE KOSMETIK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Premium-Make-up</a:t>
            </a:r>
          </a:p>
          <a:p>
            <a:pPr>
              <a:defRPr sz="1800"/>
            </a:pPr>
            <a:r>
              <a:t>der LR ZEITGARD Signature Linie</a:t>
            </a:r>
          </a:p>
          <a:p>
            <a:pPr>
              <a:defRPr sz="1800"/>
            </a:pPr>
            <a:r>
              <a:t>Individuelle Schönheit</a:t>
            </a:r>
          </a:p>
          <a:p>
            <a:pPr>
              <a:defRPr sz="1800"/>
            </a:pPr>
            <a:r>
              <a:t>für höchste Ansprüche</a:t>
            </a:r>
          </a:p>
          <a:p>
            <a:pPr>
              <a:defRPr sz="1800"/>
            </a:pPr>
            <a:r>
              <a:t>Exklusive Inhaltsstoffe</a:t>
            </a:r>
          </a:p>
          <a:p>
            <a:pPr>
              <a:defRPr sz="1800"/>
            </a:pPr>
            <a:r>
              <a:t>für sichtbare Ergebnisse</a:t>
            </a:r>
          </a:p>
          <a:p>
            <a:pPr>
              <a:defRPr sz="1800"/>
            </a:pPr>
            <a:r>
              <a:t>Luxuriöse Texturen</a:t>
            </a:r>
          </a:p>
          <a:p>
            <a:pPr>
              <a:defRPr sz="1800"/>
            </a:pPr>
            <a:r>
              <a:t>mit schneller Aufnahme</a:t>
            </a:r>
          </a:p>
          <a:p>
            <a:pPr>
              <a:defRPr sz="1800"/>
            </a:pPr>
            <a:r>
              <a:t>Pflege &amp; Schutz</a:t>
            </a:r>
          </a:p>
          <a:p>
            <a:pPr>
              <a:defRPr sz="1800"/>
            </a:pPr>
            <a:r>
              <a:t>für tägliche Wohlfühlmomente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MOOD INFUSION - 18 Faszinierende Duftwelten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MOOD INFUSION</a:t>
            </a:r>
          </a:p>
          <a:p>
            <a:pPr>
              <a:defRPr sz="1800"/>
            </a:pPr>
            <a:r>
              <a:t>18 faszinierende Duftwelten</a:t>
            </a:r>
          </a:p>
          <a:p>
            <a:pPr>
              <a:defRPr sz="1800"/>
            </a:pPr>
            <a:r>
              <a:t>- eine emotionale Reise zu dir selbst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ICONIC ELIXIRS - Pure Luxury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ICONIC</a:t>
            </a:r>
          </a:p>
          <a:p>
            <a:pPr>
              <a:defRPr sz="1800"/>
            </a:pPr>
            <a:r>
              <a:t>ELIXIRS</a:t>
            </a:r>
          </a:p>
          <a:p>
            <a:pPr>
              <a:defRPr sz="1800"/>
            </a:pPr>
            <a:r>
              <a:t>4 Luxus-Düfte</a:t>
            </a:r>
          </a:p>
          <a:p>
            <a:pPr>
              <a:defRPr sz="1800"/>
            </a:pPr>
            <a:r>
              <a:t>- Glorious, Fabulous, Graceful &amp; Precious</a:t>
            </a:r>
          </a:p>
          <a:p>
            <a:pPr>
              <a:defRPr sz="1800"/>
            </a:pPr>
            <a:r>
              <a:t>Absolue de Parfum</a:t>
            </a:r>
          </a:p>
          <a:p>
            <a:pPr>
              <a:defRPr sz="1800"/>
            </a:pPr>
            <a:r>
              <a:t>- höchste Duftkonzentration</a:t>
            </a:r>
          </a:p>
          <a:p>
            <a:pPr>
              <a:defRPr sz="1800"/>
            </a:pPr>
            <a:r>
              <a:t>8-12h Duftintensität</a:t>
            </a:r>
          </a:p>
          <a:p>
            <a:pPr>
              <a:defRPr sz="1800"/>
            </a:pPr>
            <a:r>
              <a:t>- langanhaltend</a:t>
            </a:r>
          </a:p>
          <a:p>
            <a:pPr>
              <a:defRPr sz="1800"/>
            </a:pPr>
            <a:r>
              <a:t>Kostbarste Rohstoffe</a:t>
            </a:r>
          </a:p>
          <a:p>
            <a:pPr>
              <a:defRPr sz="1800"/>
            </a:pPr>
            <a:r>
              <a:t>- Jasmin, Tonkabohne, Zedernholz, Vetiver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ICONIC ELIXIRS - Luxus im Flakom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LUXUS IM</a:t>
            </a:r>
          </a:p>
          <a:p>
            <a:pPr>
              <a:defRPr sz="1800"/>
            </a:pPr>
            <a:r>
              <a:t>FLAKOM</a:t>
            </a:r>
          </a:p>
          <a:p>
            <a:pPr>
              <a:defRPr sz="1800"/>
            </a:pPr>
            <a:r>
              <a:t>Ikonischer Flakon</a:t>
            </a:r>
          </a:p>
          <a:p>
            <a:pPr>
              <a:defRPr sz="1800"/>
            </a:pPr>
            <a:r>
              <a:t>in prachtvoller Umverpackung</a:t>
            </a:r>
          </a:p>
          <a:p>
            <a:pPr>
              <a:defRPr sz="1800"/>
            </a:pPr>
            <a:r>
              <a:t>Feinster Sprühnebel</a:t>
            </a:r>
          </a:p>
          <a:p>
            <a:pPr>
              <a:defRPr sz="1800"/>
            </a:pPr>
            <a:r>
              <a:t>für perfekte Verteilung</a:t>
            </a:r>
          </a:p>
          <a:p>
            <a:pPr>
              <a:defRPr sz="1800"/>
            </a:pPr>
            <a:r>
              <a:t>Magnetische Kappe</a:t>
            </a:r>
          </a:p>
          <a:p>
            <a:pPr>
              <a:defRPr sz="1800"/>
            </a:pPr>
            <a:r>
              <a:t>- edles Verschlusssystem</a:t>
            </a:r>
          </a:p>
          <a:p>
            <a:pPr>
              <a:defRPr sz="1800"/>
            </a:pPr>
            <a:r>
              <a:t>Glamouröses Label-Design</a:t>
            </a:r>
          </a:p>
          <a:p>
            <a:pPr>
              <a:defRPr sz="1800"/>
            </a:pPr>
            <a:r>
              <a:t>mit WOW-Effekt</a:t>
            </a:r>
          </a:p>
          <a:p>
            <a:pPr>
              <a:defRPr sz="1800"/>
            </a:pPr>
            <a:r>
              <a:t>Schweres Glas</a:t>
            </a:r>
          </a:p>
          <a:p>
            <a:pPr>
              <a:defRPr sz="1800"/>
            </a:pPr>
            <a:r>
              <a:t>- höchste Qualität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ICONIC ELIXIRS - Kombiniert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ICONIC</a:t>
            </a:r>
          </a:p>
          <a:p>
            <a:pPr>
              <a:defRPr sz="1800"/>
            </a:pPr>
            <a:r>
              <a:t>ELIXIRS</a:t>
            </a:r>
          </a:p>
          <a:p>
            <a:pPr>
              <a:defRPr sz="1800"/>
            </a:pPr>
            <a:r>
              <a:t>Absolue de Parfum Qualität</a:t>
            </a:r>
          </a:p>
          <a:p>
            <a:pPr>
              <a:defRPr sz="1800"/>
            </a:pPr>
            <a:r>
              <a:t>für außergewöhnliche Duftintensität</a:t>
            </a:r>
          </a:p>
          <a:p>
            <a:pPr>
              <a:defRPr sz="1800"/>
            </a:pPr>
            <a:r>
              <a:t>Vier außergewöhnliche Duftkompositionen</a:t>
            </a:r>
          </a:p>
          <a:p>
            <a:pPr>
              <a:defRPr sz="1800"/>
            </a:pPr>
            <a:r>
              <a:t>Aura von Luxus</a:t>
            </a:r>
          </a:p>
          <a:p>
            <a:pPr>
              <a:defRPr sz="1800"/>
            </a:pPr>
            <a:r>
              <a:t>und Prestige</a:t>
            </a:r>
          </a:p>
          <a:p>
            <a:pPr>
              <a:defRPr sz="1800"/>
            </a:pPr>
            <a:r>
              <a:t>Ausschließlich erlesenste Rohstoffe</a:t>
            </a:r>
          </a:p>
          <a:p>
            <a:pPr>
              <a:defRPr sz="1800"/>
            </a:pPr>
            <a:r>
              <a:t>Ikonischer Flakon</a:t>
            </a:r>
          </a:p>
          <a:p>
            <a:pPr>
              <a:defRPr sz="1800"/>
            </a:pPr>
            <a:r>
              <a:t>wie ein Kunstwerk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ICONIC ELIXIRS - Pure Luxury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ICONIC ELIXIRS</a:t>
            </a:r>
          </a:p>
          <a:p>
            <a:pPr>
              <a:defRPr sz="1800"/>
            </a:pPr>
            <a:r>
              <a:t>Kollektion &amp; Design</a:t>
            </a:r>
          </a:p>
          <a:p>
            <a:pPr>
              <a:defRPr sz="1800"/>
            </a:pPr>
            <a:r>
              <a:t>4 exklusive Düfte</a:t>
            </a:r>
          </a:p>
          <a:p>
            <a:pPr>
              <a:defRPr sz="1800"/>
            </a:pPr>
            <a:r>
              <a:t>– pure Eleganz</a:t>
            </a:r>
          </a:p>
          <a:p>
            <a:pPr>
              <a:defRPr sz="1800"/>
            </a:pPr>
            <a:r>
              <a:t>Zeitloses,</a:t>
            </a:r>
          </a:p>
          <a:p>
            <a:pPr>
              <a:defRPr sz="1800"/>
            </a:pPr>
            <a:r>
              <a:t>luxuriöses Design</a:t>
            </a:r>
          </a:p>
          <a:p>
            <a:pPr>
              <a:defRPr sz="1800"/>
            </a:pPr>
            <a:r>
              <a:t>Edle Glasflakons</a:t>
            </a:r>
          </a:p>
          <a:p>
            <a:pPr>
              <a:defRPr sz="1800"/>
            </a:pPr>
            <a:r>
              <a:t>– Premium Auftritt</a:t>
            </a:r>
          </a:p>
          <a:p>
            <a:pPr>
              <a:defRPr sz="1800"/>
            </a:pPr>
            <a:r>
              <a:t>Wow-Effekt</a:t>
            </a:r>
          </a:p>
          <a:p>
            <a:pPr>
              <a:defRPr sz="1800"/>
            </a:pPr>
            <a:r>
              <a:t>im Badezimmer</a:t>
            </a:r>
          </a:p>
          <a:p>
            <a:pPr>
              <a:defRPr sz="1800"/>
            </a:pPr>
            <a:r>
              <a:t>Mit dem</a:t>
            </a:r>
          </a:p>
          <a:p>
            <a:pPr>
              <a:defRPr sz="1800"/>
            </a:pPr>
            <a:r>
              <a:t>Weltmarktführer Robertet</a:t>
            </a:r>
          </a:p>
          <a:p>
            <a:pPr>
              <a:defRPr sz="1800"/>
            </a:pPr>
            <a:r>
              <a:t>entwickelt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ICONIC ELIXIRS - Inhaltsstoffe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ICONIC ELIXIRS</a:t>
            </a:r>
          </a:p>
          <a:p>
            <a:pPr>
              <a:defRPr sz="1800"/>
            </a:pPr>
            <a:r>
              <a:t>reinstes Parfüm</a:t>
            </a:r>
          </a:p>
          <a:p>
            <a:pPr>
              <a:defRPr sz="1800"/>
            </a:pPr>
            <a:r>
              <a:t>4 exklusive Düfte:</a:t>
            </a:r>
          </a:p>
          <a:p>
            <a:pPr>
              <a:defRPr sz="1800"/>
            </a:pPr>
            <a:r>
              <a:t>Glorious, Fabulous, Graceful, Precious</a:t>
            </a:r>
          </a:p>
          <a:p>
            <a:pPr>
              <a:defRPr sz="1800"/>
            </a:pPr>
            <a:r>
              <a:t>Absolue de Parfum:</a:t>
            </a:r>
          </a:p>
          <a:p>
            <a:pPr>
              <a:defRPr sz="1800"/>
            </a:pPr>
            <a:r>
              <a:t>8-12h Intensität</a:t>
            </a:r>
          </a:p>
          <a:p>
            <a:pPr>
              <a:defRPr sz="1800"/>
            </a:pPr>
            <a:r>
              <a:t>Hochwertige Rohstoffe:</a:t>
            </a:r>
          </a:p>
          <a:p>
            <a:pPr>
              <a:defRPr sz="1800"/>
            </a:pPr>
            <a:r>
              <a:t>Jasmin, Tonkabohne, Vetiver, Zedernholz</a:t>
            </a:r>
          </a:p>
          <a:p>
            <a:pPr>
              <a:defRPr sz="1800"/>
            </a:pPr>
            <a:r>
              <a:t>Präzise Komposition:</a:t>
            </a:r>
          </a:p>
          <a:p>
            <a:pPr>
              <a:defRPr sz="1800"/>
            </a:pPr>
            <a:r>
              <a:t>hochwertiges Finish</a:t>
            </a:r>
          </a:p>
          <a:p>
            <a:pPr>
              <a:defRPr sz="1800"/>
            </a:pPr>
            <a:r>
              <a:t>Magnetverschluss:</a:t>
            </a:r>
          </a:p>
          <a:p>
            <a:pPr>
              <a:defRPr sz="1800"/>
            </a:pPr>
            <a:r>
              <a:t>spürbare Wertigkeit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LR DISCOVERY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Discovery Box</a:t>
            </a:r>
          </a:p>
          <a:p>
            <a:pPr>
              <a:defRPr sz="1800"/>
            </a:pPr>
            <a:r>
              <a:t>als professionelle Verkaufshilfe</a:t>
            </a:r>
          </a:p>
          <a:p>
            <a:pPr>
              <a:defRPr sz="1800"/>
            </a:pPr>
            <a:r>
              <a:t>Duftfinder Tool</a:t>
            </a:r>
          </a:p>
          <a:p>
            <a:pPr>
              <a:defRPr sz="1800"/>
            </a:pPr>
            <a:r>
              <a:t>für perfekte Auswahl</a:t>
            </a:r>
          </a:p>
          <a:p>
            <a:pPr>
              <a:defRPr sz="1800"/>
            </a:pPr>
            <a:r>
              <a:t>Macht die LR Düfte erlebbar</a:t>
            </a:r>
          </a:p>
          <a:p>
            <a:pPr>
              <a:defRPr sz="1800"/>
            </a:pPr>
            <a:r>
              <a:t>Dein Power-Tool</a:t>
            </a:r>
          </a:p>
          <a:p>
            <a:pPr>
              <a:defRPr sz="1800"/>
            </a:pPr>
            <a:r>
              <a:t>für mehr Umsatz</a:t>
            </a:r>
          </a:p>
          <a:p>
            <a:pPr>
              <a:defRPr sz="1800"/>
            </a:pPr>
            <a:r>
              <a:t>Professionelle</a:t>
            </a:r>
          </a:p>
          <a:p>
            <a:pPr>
              <a:defRPr sz="1800"/>
            </a:pPr>
            <a:r>
              <a:t>Präsentation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WERDE FAN DER LR PRODUKTE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Ca.</a:t>
            </a:r>
          </a:p>
          <a:p>
            <a:pPr>
              <a:defRPr sz="1800"/>
            </a:pPr>
            <a:r>
              <a:t>40% Handelsspanne</a:t>
            </a:r>
          </a:p>
          <a:p>
            <a:pPr>
              <a:defRPr sz="1800"/>
            </a:pPr>
            <a:r>
              <a:t>Keine Mindestumsätze</a:t>
            </a:r>
          </a:p>
          <a:p>
            <a:pPr>
              <a:defRPr sz="1800"/>
            </a:pPr>
            <a:r>
              <a:t>- Keine Lagerhaltung</a:t>
            </a:r>
          </a:p>
          <a:p>
            <a:pPr>
              <a:defRPr sz="1800"/>
            </a:pPr>
            <a:r>
              <a:t>Dein Onlineshop mit Direktbelieferung</a:t>
            </a:r>
          </a:p>
          <a:p>
            <a:pPr>
              <a:defRPr sz="1800"/>
            </a:pPr>
            <a:r>
              <a:t>- kein Stress für dich</a:t>
            </a:r>
          </a:p>
          <a:p>
            <a:pPr>
              <a:defRPr sz="1800"/>
            </a:pPr>
            <a:r>
              <a:t>Personalisierte Webseite &amp; E-Shop</a:t>
            </a:r>
          </a:p>
          <a:p>
            <a:pPr>
              <a:defRPr sz="1800"/>
            </a:pPr>
            <a:r>
              <a:t>Community-Gruppen</a:t>
            </a:r>
          </a:p>
          <a:p>
            <a:pPr>
              <a:defRPr sz="1800"/>
            </a:pPr>
            <a:r>
              <a:t>für den Austausch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VERDIENST 30-40%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VERDIENST 30-40% + BONUS</a:t>
            </a:r>
          </a:p>
          <a:p>
            <a:pPr>
              <a:defRPr sz="1800"/>
            </a:pPr>
            <a:r>
              <a:t>Handelsspanne: 30–40 %</a:t>
            </a:r>
          </a:p>
          <a:p>
            <a:pPr>
              <a:defRPr sz="1800"/>
            </a:pPr>
            <a:r>
              <a:t>Direkter Gewinn</a:t>
            </a:r>
          </a:p>
          <a:p>
            <a:pPr>
              <a:defRPr sz="1800"/>
            </a:pPr>
            <a:r>
              <a:t>pro Verkauf</a:t>
            </a:r>
          </a:p>
          <a:p>
            <a:pPr>
              <a:defRPr sz="1800"/>
            </a:pPr>
            <a:r>
              <a:t>Zusätzliche Boni</a:t>
            </a:r>
          </a:p>
          <a:p>
            <a:pPr>
              <a:defRPr sz="1800"/>
            </a:pPr>
            <a:r>
              <a:t>(z.B. Fast Track, Auto)</a:t>
            </a:r>
          </a:p>
          <a:p>
            <a:pPr>
              <a:defRPr sz="1800"/>
            </a:pPr>
            <a:r>
              <a:t>Passives Einkommen</a:t>
            </a:r>
          </a:p>
          <a:p>
            <a:pPr>
              <a:defRPr sz="1800"/>
            </a:pPr>
            <a:r>
              <a:t>durch Teamaufbau</a:t>
            </a:r>
          </a:p>
          <a:p>
            <a:pPr>
              <a:defRPr sz="1800"/>
            </a:pPr>
            <a:r>
              <a:t>Verkaufs-Beispiel:</a:t>
            </a:r>
          </a:p>
          <a:p>
            <a:pPr>
              <a:defRPr sz="1800"/>
            </a:pPr>
            <a:r>
              <a:t>700 € Umsatz → ~200 € Sofort-Gewinn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KANN LR FÜR DICH BEDEUTEN?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Gesundheit</a:t>
            </a:r>
          </a:p>
          <a:p>
            <a:pPr>
              <a:defRPr sz="1800"/>
            </a:pPr>
            <a:r>
              <a:t>Unabhängigkeit</a:t>
            </a:r>
          </a:p>
          <a:p>
            <a:pPr>
              <a:defRPr sz="1800"/>
            </a:pPr>
            <a:r>
              <a:t>Freiheit</a:t>
            </a:r>
          </a:p>
          <a:p>
            <a:pPr>
              <a:defRPr sz="1800"/>
            </a:pPr>
            <a:r>
              <a:t>Reichtum</a:t>
            </a:r>
          </a:p>
          <a:p>
            <a:pPr>
              <a:defRPr sz="1800"/>
            </a:pPr>
            <a:r>
              <a:t>Passives</a:t>
            </a:r>
          </a:p>
          <a:p>
            <a:pPr>
              <a:defRPr sz="1800"/>
            </a:pPr>
            <a:r>
              <a:t>Einkommen</a:t>
            </a:r>
          </a:p>
          <a:p>
            <a:pPr>
              <a:defRPr sz="1800"/>
            </a:pPr>
            <a:r>
              <a:t>Spaß</a:t>
            </a:r>
          </a:p>
          <a:p>
            <a:pPr>
              <a:defRPr sz="1800"/>
            </a:pPr>
            <a:r>
              <a:t>Sicherheit</a:t>
            </a:r>
          </a:p>
          <a:p>
            <a:pPr>
              <a:defRPr sz="1800"/>
            </a:pPr>
            <a:r>
              <a:t>Status</a:t>
            </a:r>
          </a:p>
          <a:p>
            <a:pPr>
              <a:defRPr sz="1800"/>
            </a:pPr>
            <a:r>
              <a:t>Work/Life-</a:t>
            </a:r>
          </a:p>
          <a:p>
            <a:pPr>
              <a:defRPr sz="1800"/>
            </a:pPr>
            <a:r>
              <a:t>Balance</a:t>
            </a:r>
          </a:p>
          <a:p>
            <a:pPr>
              <a:defRPr sz="1800"/>
            </a:pPr>
            <a:r>
              <a:t>Unternehmer-</a:t>
            </a:r>
          </a:p>
          <a:p>
            <a:pPr>
              <a:defRPr sz="1800"/>
            </a:pPr>
            <a:r>
              <a:t>geist</a:t>
            </a:r>
          </a:p>
          <a:p>
            <a:pPr>
              <a:defRPr sz="1800"/>
            </a:pPr>
            <a:r>
              <a:t>Soziale</a:t>
            </a:r>
          </a:p>
          <a:p>
            <a:pPr>
              <a:defRPr sz="1800"/>
            </a:pPr>
            <a:r>
              <a:t>Anerkennung</a:t>
            </a:r>
          </a:p>
          <a:p>
            <a:pPr>
              <a:defRPr sz="1800"/>
            </a:pPr>
            <a:r>
              <a:t>Vererbung</a:t>
            </a:r>
          </a:p>
          <a:p>
            <a:pPr>
              <a:defRPr sz="1800"/>
            </a:pPr>
            <a:r>
              <a:t>Flexibilität</a:t>
            </a:r>
          </a:p>
          <a:p>
            <a:pPr>
              <a:defRPr sz="1800"/>
            </a:pPr>
            <a:r>
              <a:t>Wachstum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DEINE KARRIERE BEI LR - TEIL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DEIN SCHNELLER KARRIERE-START</a:t>
            </a:r>
          </a:p>
          <a:p>
            <a:pPr>
              <a:defRPr sz="1800"/>
            </a:pPr>
            <a:r>
              <a:t>Klar definierter Plan</a:t>
            </a:r>
          </a:p>
          <a:p>
            <a:pPr>
              <a:defRPr sz="1800"/>
            </a:pPr>
            <a:r>
              <a:t>(JM bis Orgaleiter)</a:t>
            </a:r>
          </a:p>
          <a:p>
            <a:pPr>
              <a:defRPr sz="1800"/>
            </a:pPr>
            <a:r>
              <a:t>Faire Vergütung</a:t>
            </a:r>
          </a:p>
          <a:p>
            <a:pPr>
              <a:defRPr sz="1800"/>
            </a:pPr>
            <a:r>
              <a:t>auf jeder Stufe</a:t>
            </a:r>
          </a:p>
          <a:p>
            <a:pPr>
              <a:defRPr sz="1800"/>
            </a:pPr>
            <a:r>
              <a:t>Lukrative Boni</a:t>
            </a:r>
          </a:p>
          <a:p>
            <a:pPr>
              <a:defRPr sz="1800"/>
            </a:pPr>
            <a:r>
              <a:t>auf Team-Umsatz</a:t>
            </a:r>
          </a:p>
          <a:p>
            <a:pPr>
              <a:defRPr sz="1800"/>
            </a:pPr>
            <a:r>
              <a:t>Persönliches Coaching &amp; Support</a:t>
            </a:r>
          </a:p>
          <a:p>
            <a:pPr>
              <a:defRPr sz="1800"/>
            </a:pPr>
            <a:r>
              <a:t>durch Mentoren</a:t>
            </a:r>
          </a:p>
          <a:p>
            <a:pPr>
              <a:defRPr sz="1800"/>
            </a:pPr>
            <a:r>
              <a:t>Geschäft ist vollständig vererbbar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DEINE KARRIERE BEI LR - TEIL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HÖHERE KARRIERESTUFEN</a:t>
            </a:r>
          </a:p>
          <a:p>
            <a:pPr>
              <a:defRPr sz="1800"/>
            </a:pPr>
            <a:r>
              <a:t>Spitzenstufen</a:t>
            </a:r>
          </a:p>
          <a:p>
            <a:pPr>
              <a:defRPr sz="1800"/>
            </a:pPr>
            <a:r>
              <a:t>bis 5-Sterne-Präsident</a:t>
            </a:r>
          </a:p>
          <a:p>
            <a:pPr>
              <a:defRPr sz="1800"/>
            </a:pPr>
            <a:r>
              <a:t>Planbarkeit</a:t>
            </a:r>
          </a:p>
          <a:p>
            <a:pPr>
              <a:defRPr sz="1800"/>
            </a:pPr>
            <a:r>
              <a:t>durch Business Track</a:t>
            </a:r>
          </a:p>
          <a:p>
            <a:pPr>
              <a:defRPr sz="1800"/>
            </a:pPr>
            <a:r>
              <a:t>Garantierter Monatsbonus</a:t>
            </a:r>
          </a:p>
          <a:p>
            <a:pPr>
              <a:defRPr sz="1800"/>
            </a:pPr>
            <a:r>
              <a:t>(bis 40.000 €)</a:t>
            </a:r>
          </a:p>
          <a:p>
            <a:pPr>
              <a:defRPr sz="1800"/>
            </a:pPr>
            <a:r>
              <a:t>Unbegrenzte Möglichkeiten</a:t>
            </a:r>
          </a:p>
          <a:p>
            <a:pPr>
              <a:defRPr sz="1800"/>
            </a:pPr>
            <a:r>
              <a:t>Jahresbonus</a:t>
            </a:r>
          </a:p>
          <a:p>
            <a:pPr>
              <a:defRPr sz="1800"/>
            </a:pPr>
            <a:r>
              <a:t>on top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 TRACK BONUS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Garantierter Mindestbonus</a:t>
            </a:r>
          </a:p>
          <a:p>
            <a:pPr>
              <a:defRPr sz="1800"/>
            </a:pPr>
            <a:r>
              <a:t>250 € bis 2.000 €</a:t>
            </a:r>
          </a:p>
          <a:p>
            <a:pPr>
              <a:defRPr sz="1800"/>
            </a:pPr>
            <a:r>
              <a:t>monatlich garantiert</a:t>
            </a:r>
          </a:p>
          <a:p>
            <a:pPr>
              <a:defRPr sz="1800"/>
            </a:pPr>
            <a:r>
              <a:t>Einmalig</a:t>
            </a:r>
          </a:p>
          <a:p>
            <a:pPr>
              <a:defRPr sz="1800"/>
            </a:pPr>
            <a:r>
              <a:t>in der Branche</a:t>
            </a:r>
          </a:p>
          <a:p>
            <a:pPr>
              <a:defRPr sz="1800"/>
            </a:pPr>
            <a:r>
              <a:t>Zusätzlich</a:t>
            </a:r>
          </a:p>
          <a:p>
            <a:pPr>
              <a:defRPr sz="1800"/>
            </a:pPr>
            <a:r>
              <a:t>zu Handelsspanne &amp; Autobonus</a:t>
            </a:r>
          </a:p>
          <a:p>
            <a:pPr>
              <a:defRPr sz="1800"/>
            </a:pPr>
            <a:r>
              <a:t>Junior Manager:</a:t>
            </a:r>
          </a:p>
          <a:p>
            <a:pPr>
              <a:defRPr sz="1800"/>
            </a:pPr>
            <a:r>
              <a:t>Schneller Einstieg in deine Karriere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JUNIOR MANAGER &amp; TEAMLEITER STRUKTUR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DEINE ERSTEN 2</a:t>
            </a:r>
          </a:p>
          <a:p>
            <a:pPr>
              <a:defRPr sz="1800"/>
            </a:pPr>
            <a:r>
              <a:t>KARRIERESTUFEN</a:t>
            </a:r>
          </a:p>
          <a:p>
            <a:pPr>
              <a:defRPr sz="1800"/>
            </a:pPr>
            <a:r>
              <a:t>Junior Manager</a:t>
            </a:r>
          </a:p>
          <a:p>
            <a:pPr>
              <a:defRPr sz="1800"/>
            </a:pPr>
            <a:r>
              <a:t>ab 4.000 PW - 250€</a:t>
            </a:r>
          </a:p>
          <a:p>
            <a:pPr>
              <a:defRPr sz="1800"/>
            </a:pPr>
            <a:r>
              <a:t>Junior Teamleiter</a:t>
            </a:r>
          </a:p>
          <a:p>
            <a:pPr>
              <a:defRPr sz="1800"/>
            </a:pPr>
            <a:r>
              <a:t>ab 12.000 PW - 1.000€</a:t>
            </a:r>
          </a:p>
          <a:p>
            <a:pPr>
              <a:defRPr sz="1800"/>
            </a:pPr>
            <a:r>
              <a:t>Schnell zu erreichen</a:t>
            </a:r>
          </a:p>
          <a:p>
            <a:pPr>
              <a:defRPr sz="1800"/>
            </a:pPr>
            <a:r>
              <a:t>mit Team</a:t>
            </a:r>
          </a:p>
          <a:p>
            <a:pPr>
              <a:defRPr sz="1800"/>
            </a:pPr>
            <a:r>
              <a:t>Bonus-Sicherheit</a:t>
            </a:r>
          </a:p>
          <a:p>
            <a:pPr>
              <a:defRPr sz="1800"/>
            </a:pPr>
            <a:r>
              <a:t>für bis zu 12 Monate</a:t>
            </a:r>
          </a:p>
          <a:p>
            <a:pPr>
              <a:defRPr sz="1800"/>
            </a:pPr>
            <a:r>
              <a:t>Fokus:</a:t>
            </a:r>
          </a:p>
          <a:p>
            <a:pPr>
              <a:defRPr sz="1800"/>
            </a:pPr>
            <a:r>
              <a:t>Aufbau eines duplizierbaren Teams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JUBILÄUMSANGEBOTE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DEIN LR AUTO AB JUNIOR MANAGER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JUBILÄUMSANGEBOTE - AUDI Q8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DEIN LR FIRMENWAGEN</a:t>
            </a:r>
          </a:p>
          <a:p>
            <a:pPr>
              <a:defRPr sz="1800"/>
            </a:pPr>
            <a:r>
              <a:t>LR Autokonzept:</a:t>
            </a:r>
          </a:p>
          <a:p>
            <a:pPr>
              <a:defRPr sz="1800"/>
            </a:pPr>
            <a:r>
              <a:t>Zugriff ab Junior Manager möglich</a:t>
            </a:r>
          </a:p>
          <a:p>
            <a:pPr>
              <a:defRPr sz="1800"/>
            </a:pPr>
            <a:r>
              <a:t>Premium-Marken:</a:t>
            </a:r>
          </a:p>
          <a:p>
            <a:pPr>
              <a:defRPr sz="1800"/>
            </a:pPr>
            <a:r>
              <a:t>VW, Audi, Mercedes, Porsche</a:t>
            </a:r>
          </a:p>
          <a:p>
            <a:pPr>
              <a:defRPr sz="1800"/>
            </a:pPr>
            <a:r>
              <a:t>Keine Anzahlung:</a:t>
            </a:r>
          </a:p>
          <a:p>
            <a:pPr>
              <a:defRPr sz="1800"/>
            </a:pPr>
            <a:r>
              <a:t>Keine Schlussrate</a:t>
            </a:r>
          </a:p>
          <a:p>
            <a:pPr>
              <a:defRPr sz="1800"/>
            </a:pPr>
            <a:r>
              <a:t>Günstige Konditionen:</a:t>
            </a:r>
          </a:p>
          <a:p>
            <a:pPr>
              <a:defRPr sz="1800"/>
            </a:pPr>
            <a:r>
              <a:t>Neuwagen bis zu 80% günstiger</a:t>
            </a:r>
          </a:p>
          <a:p>
            <a:pPr>
              <a:defRPr sz="1800"/>
            </a:pPr>
            <a:r>
              <a:t>Autobonus:</a:t>
            </a:r>
          </a:p>
          <a:p>
            <a:pPr>
              <a:defRPr sz="1800"/>
            </a:pPr>
            <a:r>
              <a:t>Zusätzlicher monatlicher Bonus von LR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 Q7 - AB JUNIOR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AUDI Q7</a:t>
            </a:r>
          </a:p>
          <a:p>
            <a:pPr>
              <a:defRPr sz="1800"/>
            </a:pPr>
            <a:r>
              <a:t>AB JUNIOR MANAGER</a:t>
            </a:r>
          </a:p>
          <a:p>
            <a:pPr>
              <a:defRPr sz="1800"/>
            </a:pPr>
            <a:r>
              <a:t>Stichpunkt 1</a:t>
            </a:r>
          </a:p>
          <a:p>
            <a:pPr>
              <a:defRPr sz="1800"/>
            </a:pPr>
            <a:r>
              <a:t>- Details folgen</a:t>
            </a:r>
          </a:p>
          <a:p>
            <a:pPr>
              <a:defRPr sz="1800"/>
            </a:pPr>
            <a:r>
              <a:t>Stichpunkt 2</a:t>
            </a:r>
          </a:p>
          <a:p>
            <a:pPr>
              <a:defRPr sz="1800"/>
            </a:pPr>
            <a:r>
              <a:t>- Details folgen</a:t>
            </a:r>
          </a:p>
          <a:p>
            <a:pPr>
              <a:defRPr sz="1800"/>
            </a:pPr>
            <a:r>
              <a:t>Stichpunkt 3</a:t>
            </a:r>
          </a:p>
          <a:p>
            <a:pPr>
              <a:defRPr sz="1800"/>
            </a:pPr>
            <a:r>
              <a:t>- Details folgen</a:t>
            </a:r>
          </a:p>
          <a:p>
            <a:pPr>
              <a:defRPr sz="1800"/>
            </a:pPr>
            <a:r>
              <a:t>Stichpunkt 4</a:t>
            </a:r>
          </a:p>
          <a:p>
            <a:pPr>
              <a:defRPr sz="1800"/>
            </a:pPr>
            <a:r>
              <a:t>- Details folgen</a:t>
            </a:r>
          </a:p>
          <a:p>
            <a:pPr>
              <a:defRPr sz="1800"/>
            </a:pPr>
            <a:r>
              <a:t>Autobonus ab Junior Manager</a:t>
            </a:r>
          </a:p>
          <a:p>
            <a:pPr>
              <a:defRPr sz="1800"/>
            </a:pPr>
            <a:r>
              <a:t>für deinen Traumwagen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LR ZAHLT EINEN AUTOBONUS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Junior Manager:</a:t>
            </a:r>
          </a:p>
          <a:p>
            <a:pPr>
              <a:defRPr sz="1800"/>
            </a:pPr>
            <a:r>
              <a:t>55€ monatlich</a:t>
            </a:r>
          </a:p>
          <a:p>
            <a:pPr>
              <a:defRPr sz="1800"/>
            </a:pPr>
            <a:r>
              <a:t>Manager:</a:t>
            </a:r>
          </a:p>
          <a:p>
            <a:pPr>
              <a:defRPr sz="1800"/>
            </a:pPr>
            <a:r>
              <a:t>110€ monatlich</a:t>
            </a:r>
          </a:p>
          <a:p>
            <a:pPr>
              <a:defRPr sz="1800"/>
            </a:pPr>
            <a:r>
              <a:t>Junior Teamleiter:</a:t>
            </a:r>
          </a:p>
          <a:p>
            <a:pPr>
              <a:defRPr sz="1800"/>
            </a:pPr>
            <a:r>
              <a:t>150€ monatlich (NEU!)</a:t>
            </a:r>
          </a:p>
          <a:p>
            <a:pPr>
              <a:defRPr sz="1800"/>
            </a:pPr>
            <a:r>
              <a:t>Teamleiter:</a:t>
            </a:r>
          </a:p>
          <a:p>
            <a:pPr>
              <a:defRPr sz="1800"/>
            </a:pPr>
            <a:r>
              <a:t>150€ + 3% FK Bonus (NEU!)</a:t>
            </a:r>
          </a:p>
          <a:p>
            <a:pPr>
              <a:defRPr sz="1800"/>
            </a:pPr>
            <a:r>
              <a:t>In höheren Stufen</a:t>
            </a:r>
          </a:p>
          <a:p>
            <a:pPr>
              <a:defRPr sz="1800"/>
            </a:pPr>
            <a:r>
              <a:t>bis 1.300€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KARRIERELEITER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Dein Verdienst:</a:t>
            </a:r>
          </a:p>
          <a:p>
            <a:pPr>
              <a:defRPr sz="1800"/>
            </a:pPr>
            <a:r>
              <a:t>Wächst mit deinem Einsatz</a:t>
            </a:r>
          </a:p>
          <a:p>
            <a:pPr>
              <a:defRPr sz="1800"/>
            </a:pPr>
            <a:r>
              <a:t>Fast Track:</a:t>
            </a:r>
          </a:p>
          <a:p>
            <a:pPr>
              <a:defRPr sz="1800"/>
            </a:pPr>
            <a:r>
              <a:t>Garantierter Bonus (250 € bis 2.000 €)</a:t>
            </a:r>
          </a:p>
          <a:p>
            <a:pPr>
              <a:defRPr sz="1800"/>
            </a:pPr>
            <a:r>
              <a:t>Business Track:</a:t>
            </a:r>
          </a:p>
          <a:p>
            <a:pPr>
              <a:defRPr sz="1800"/>
            </a:pPr>
            <a:r>
              <a:t>Einkommen bis 40.000 €</a:t>
            </a:r>
          </a:p>
          <a:p>
            <a:pPr>
              <a:defRPr sz="1800"/>
            </a:pPr>
            <a:r>
              <a:t>On Top:</a:t>
            </a:r>
          </a:p>
          <a:p>
            <a:pPr>
              <a:defRPr sz="1800"/>
            </a:pPr>
            <a:r>
              <a:t>Handelsspanne (30–40 %) + Autobonus</a:t>
            </a:r>
          </a:p>
          <a:p>
            <a:pPr>
              <a:defRPr sz="1800"/>
            </a:pPr>
            <a:r>
              <a:t>Vererbbar:</a:t>
            </a:r>
          </a:p>
          <a:p>
            <a:pPr>
              <a:defRPr sz="1800"/>
            </a:pPr>
            <a:r>
              <a:t>Das aufgebaute Geschäft ist vollständig vererbbar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 HELFEN DIR, ERFOLGREICH ZU SEIN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WIR HELFEN DIR</a:t>
            </a:r>
          </a:p>
          <a:p>
            <a:pPr>
              <a:defRPr sz="1800"/>
            </a:pPr>
            <a:r>
              <a:t>Persönliches 1:1 Coaching</a:t>
            </a:r>
          </a:p>
          <a:p>
            <a:pPr>
              <a:defRPr sz="1800"/>
            </a:pPr>
            <a:r>
              <a:t>durch Sponsor/Upline</a:t>
            </a:r>
          </a:p>
          <a:p>
            <a:pPr>
              <a:defRPr sz="1800"/>
            </a:pPr>
            <a:r>
              <a:t>KI-Partnerin Lina</a:t>
            </a:r>
          </a:p>
          <a:p>
            <a:pPr>
              <a:defRPr sz="1800"/>
            </a:pPr>
            <a:r>
              <a:t>(24/7 Support, Live-Coaching &amp; Content-Hilfe)</a:t>
            </a:r>
          </a:p>
          <a:p>
            <a:pPr>
              <a:defRPr sz="1800"/>
            </a:pPr>
            <a:r>
              <a:t>Umfassende Schulung</a:t>
            </a:r>
          </a:p>
          <a:p>
            <a:pPr>
              <a:defRPr sz="1800"/>
            </a:pPr>
            <a:r>
              <a:t>durch Seminare, Webinare und Videos</a:t>
            </a:r>
          </a:p>
          <a:p>
            <a:pPr>
              <a:defRPr sz="1800"/>
            </a:pPr>
            <a:r>
              <a:t>Digitale Tools</a:t>
            </a:r>
          </a:p>
          <a:p>
            <a:pPr>
              <a:defRPr sz="1800"/>
            </a:pPr>
            <a:r>
              <a:t>wie LR MyOffice, LR World und Connect App</a:t>
            </a:r>
          </a:p>
          <a:p>
            <a:pPr>
              <a:defRPr sz="1800"/>
            </a:pPr>
            <a:r>
              <a:t>Starke Community</a:t>
            </a:r>
          </a:p>
          <a:p>
            <a:pPr>
              <a:defRPr sz="1800"/>
            </a:pPr>
            <a:r>
              <a:t>und Teamwork für Motivation und Austausch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Erlebe</a:t>
            </a:r>
          </a:p>
          <a:p>
            <a:pPr>
              <a:defRPr sz="1800"/>
            </a:pPr>
            <a:r>
              <a:t>LR live</a:t>
            </a:r>
          </a:p>
          <a:p>
            <a:pPr>
              <a:defRPr sz="1800"/>
            </a:pPr>
            <a:r>
              <a:t>Inspirierende</a:t>
            </a:r>
          </a:p>
          <a:p>
            <a:pPr>
              <a:defRPr sz="1800"/>
            </a:pPr>
            <a:r>
              <a:t>Events und Veranstaltungen</a:t>
            </a:r>
          </a:p>
          <a:p>
            <a:pPr>
              <a:defRPr sz="1800"/>
            </a:pPr>
            <a:r>
              <a:t>Networking</a:t>
            </a:r>
          </a:p>
          <a:p>
            <a:pPr>
              <a:defRPr sz="1800"/>
            </a:pPr>
            <a:r>
              <a:t>mit Gleichgesinnten</a:t>
            </a:r>
          </a:p>
          <a:p>
            <a:pPr>
              <a:defRPr sz="1800"/>
            </a:pPr>
            <a:r>
              <a:t>Motivation</a:t>
            </a:r>
          </a:p>
          <a:p>
            <a:pPr>
              <a:defRPr sz="1800"/>
            </a:pPr>
            <a:r>
              <a:t>und Weiterbildung</a:t>
            </a:r>
          </a:p>
          <a:p>
            <a:pPr>
              <a:defRPr sz="1800"/>
            </a:pPr>
            <a:r>
              <a:t>Networking</a:t>
            </a:r>
          </a:p>
          <a:p>
            <a:pPr>
              <a:defRPr sz="1800"/>
            </a:pPr>
            <a:r>
              <a:t>mit Top-Partnern aus ganz Europa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TRAUMREISEN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TRAUMREISEN MIT LR</a:t>
            </a:r>
          </a:p>
          <a:p>
            <a:pPr>
              <a:defRPr sz="1800"/>
            </a:pPr>
            <a:r>
              <a:t>Exklusive Incentive-Reisen</a:t>
            </a:r>
          </a:p>
          <a:p>
            <a:pPr>
              <a:defRPr sz="1800"/>
            </a:pPr>
            <a:r>
              <a:t>Zusätzliche Belohnung</a:t>
            </a:r>
          </a:p>
          <a:p>
            <a:pPr>
              <a:defRPr sz="1800"/>
            </a:pPr>
            <a:r>
              <a:t>im Karriereplan</a:t>
            </a:r>
          </a:p>
          <a:p>
            <a:pPr>
              <a:defRPr sz="1800"/>
            </a:pPr>
            <a:r>
              <a:t>Traumziele</a:t>
            </a:r>
          </a:p>
          <a:p>
            <a:pPr>
              <a:defRPr sz="1800"/>
            </a:pPr>
            <a:r>
              <a:t>für unvergessliche Erlebnisse</a:t>
            </a:r>
          </a:p>
          <a:p>
            <a:pPr>
              <a:defRPr sz="1800"/>
            </a:pPr>
            <a:r>
              <a:t>Anerkennung</a:t>
            </a:r>
          </a:p>
          <a:p>
            <a:pPr>
              <a:defRPr sz="1800"/>
            </a:pPr>
            <a:r>
              <a:t>für erreichte Erfolge</a:t>
            </a:r>
          </a:p>
          <a:p>
            <a:pPr>
              <a:defRPr sz="1800"/>
            </a:pPr>
            <a:r>
              <a:t>Qualifikation</a:t>
            </a:r>
          </a:p>
          <a:p>
            <a:pPr>
              <a:defRPr sz="1800"/>
            </a:pPr>
            <a:r>
              <a:t>für erfolgreiche Partner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LINA - DEINE KI-PARTNERIN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LINA – DEINE KI-PARTNERIN</a:t>
            </a:r>
          </a:p>
          <a:p>
            <a:pPr>
              <a:defRPr sz="1800"/>
            </a:pPr>
            <a:r>
              <a:t>Deine digitale Business-Assistentin</a:t>
            </a:r>
          </a:p>
          <a:p>
            <a:pPr>
              <a:defRPr sz="1800"/>
            </a:pPr>
            <a:r>
              <a:t>Live Coaching &amp; Telefonie</a:t>
            </a:r>
          </a:p>
          <a:p>
            <a:pPr>
              <a:defRPr sz="1800"/>
            </a:pPr>
            <a:r>
              <a:t>in Echtzeit</a:t>
            </a:r>
          </a:p>
          <a:p>
            <a:pPr>
              <a:defRPr sz="1800"/>
            </a:pPr>
            <a:r>
              <a:t>Zugriff</a:t>
            </a:r>
          </a:p>
          <a:p>
            <a:pPr>
              <a:defRPr sz="1800"/>
            </a:pPr>
            <a:r>
              <a:t>auf das gesamte LR Wissen</a:t>
            </a:r>
          </a:p>
          <a:p>
            <a:pPr>
              <a:defRPr sz="1800"/>
            </a:pPr>
            <a:r>
              <a:t>Hilfe</a:t>
            </a:r>
          </a:p>
          <a:p>
            <a:pPr>
              <a:defRPr sz="1800"/>
            </a:pPr>
            <a:r>
              <a:t>bei Social Media/Content</a:t>
            </a:r>
          </a:p>
          <a:p>
            <a:pPr>
              <a:defRPr sz="1800"/>
            </a:pPr>
            <a:r>
              <a:t>24/7 verfügbar</a:t>
            </a:r>
          </a:p>
          <a:p>
            <a:pPr>
              <a:defRPr sz="1800"/>
            </a:pPr>
            <a:r>
              <a:t>und speichert Gespräche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Lina stellt sich vor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Ihr Browser unterstützt das Video-Tag nicht.</a:t>
            </a:r>
          </a:p>
          <a:p>
            <a:pPr>
              <a:defRPr sz="1800"/>
            </a:pPr>
            <a:r>
              <a:t>Lina - Deine vollumfängliche Business-Partnerin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Lina - Deine vollumfängliche Business-Partnerin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LINA - DEINE VOLLUMFÄNGLICHE</a:t>
            </a:r>
          </a:p>
          <a:p>
            <a:pPr>
              <a:defRPr sz="1800"/>
            </a:pPr>
            <a:r>
              <a:t>BUSINESS-PARTNERIN</a:t>
            </a:r>
          </a:p>
          <a:p>
            <a:pPr>
              <a:defRPr sz="1800"/>
            </a:pPr>
            <a:r>
              <a:t>1</a:t>
            </a:r>
          </a:p>
          <a:p>
            <a:pPr>
              <a:defRPr sz="1800"/>
            </a:pPr>
            <a:r>
              <a:t>Wissen &amp; Coaching</a:t>
            </a:r>
          </a:p>
          <a:p>
            <a:pPr>
              <a:defRPr sz="1800"/>
            </a:pPr>
            <a:r>
              <a:t>Umfassendes LR-Wissen und persönliches Coaching</a:t>
            </a:r>
          </a:p>
          <a:p>
            <a:pPr>
              <a:defRPr sz="1800"/>
            </a:pPr>
            <a:r>
              <a:t>2</a:t>
            </a:r>
          </a:p>
          <a:p>
            <a:pPr>
              <a:defRPr sz="1800"/>
            </a:pPr>
            <a:r>
              <a:t>Vertrieb &amp; WhatsApp</a:t>
            </a:r>
          </a:p>
          <a:p>
            <a:pPr>
              <a:defRPr sz="1800"/>
            </a:pPr>
            <a:r>
              <a:t>Automatisierte Kundenbetreuung via WhatsApp</a:t>
            </a:r>
          </a:p>
          <a:p>
            <a:pPr>
              <a:defRPr sz="1800"/>
            </a:pPr>
            <a:r>
              <a:t>3</a:t>
            </a:r>
          </a:p>
          <a:p>
            <a:pPr>
              <a:defRPr sz="1800"/>
            </a:pPr>
            <a:r>
              <a:t>Social Media</a:t>
            </a:r>
          </a:p>
          <a:p>
            <a:pPr>
              <a:defRPr sz="1800"/>
            </a:pPr>
            <a:r>
              <a:t>KI-Content-Erstellung (Bilder, Videos, Texte)</a:t>
            </a:r>
          </a:p>
          <a:p>
            <a:pPr>
              <a:defRPr sz="1800"/>
            </a:pPr>
            <a:r>
              <a:t>4</a:t>
            </a:r>
          </a:p>
          <a:p>
            <a:pPr>
              <a:defRPr sz="1800"/>
            </a:pPr>
            <a:r>
              <a:t>Live-Telefonie</a:t>
            </a:r>
          </a:p>
          <a:p>
            <a:pPr>
              <a:defRPr sz="1800"/>
            </a:pPr>
            <a:r>
              <a:t>Echtzeit-Gespräche mit neuester Stream-Technologie</a:t>
            </a:r>
          </a:p>
          <a:p>
            <a:pPr>
              <a:defRPr sz="1800"/>
            </a:pPr>
            <a:r>
              <a:t>5</a:t>
            </a:r>
          </a:p>
          <a:p>
            <a:pPr>
              <a:defRPr sz="1800"/>
            </a:pPr>
            <a:r>
              <a:t>Gedächtnis</a:t>
            </a:r>
          </a:p>
          <a:p>
            <a:pPr>
              <a:defRPr sz="1800"/>
            </a:pPr>
            <a:r>
              <a:t>Erinnert sich an alle Gespräche und Details</a:t>
            </a:r>
          </a:p>
          <a:p>
            <a:pPr>
              <a:defRPr sz="1800"/>
            </a:pPr>
            <a:r>
              <a:t>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DEIN EINSTIEG - EINFACH, SICHER, ERFOLGREICH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Kein Mindestumsatz</a:t>
            </a:r>
          </a:p>
          <a:p>
            <a:pPr>
              <a:defRPr sz="1800"/>
            </a:pPr>
            <a:r>
              <a:t>- Ab</a:t>
            </a:r>
          </a:p>
          <a:p>
            <a:pPr>
              <a:defRPr sz="1800"/>
            </a:pPr>
            <a:r>
              <a:t>150€</a:t>
            </a:r>
          </a:p>
          <a:p>
            <a:pPr>
              <a:defRPr sz="1800"/>
            </a:pPr>
            <a:r>
              <a:t>inkl. Online-Shop, Webseite, Lina, Produkte</a:t>
            </a:r>
          </a:p>
          <a:p>
            <a:pPr>
              <a:defRPr sz="1800"/>
            </a:pPr>
            <a:r>
              <a:t>Fertiges Konzept</a:t>
            </a:r>
          </a:p>
          <a:p>
            <a:pPr>
              <a:defRPr sz="1800"/>
            </a:pPr>
            <a:r>
              <a:t>- seit 40 Jahren erfolgreich</a:t>
            </a:r>
          </a:p>
          <a:p>
            <a:pPr>
              <a:defRPr sz="1800"/>
            </a:pPr>
            <a:r>
              <a:t>Sofort starten</a:t>
            </a:r>
          </a:p>
          <a:p>
            <a:pPr>
              <a:defRPr sz="1800"/>
            </a:pPr>
            <a:r>
              <a:t>- Keine Abnahmeverpflichtung</a:t>
            </a:r>
          </a:p>
          <a:p>
            <a:pPr>
              <a:defRPr sz="1800"/>
            </a:pPr>
            <a:r>
              <a:t>Kostenlose Einarbeitung</a:t>
            </a:r>
          </a:p>
          <a:p>
            <a:pPr>
              <a:defRPr sz="1800"/>
            </a:pPr>
            <a:r>
              <a:t>Keine Vorkenntnisse</a:t>
            </a:r>
          </a:p>
          <a:p>
            <a:pPr>
              <a:defRPr sz="1800"/>
            </a:pPr>
            <a:r>
              <a:t>erforderlich - wir schulen dich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Deine nächsten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1:</a:t>
            </a:r>
          </a:p>
          <a:p>
            <a:pPr>
              <a:defRPr sz="1800"/>
            </a:pPr>
            <a:r>
              <a:t>Entscheidung treffen - HEUTE</a:t>
            </a:r>
          </a:p>
          <a:p>
            <a:pPr>
              <a:defRPr sz="1800"/>
            </a:pPr>
            <a:r>
              <a:t>2:</a:t>
            </a:r>
          </a:p>
          <a:p>
            <a:pPr>
              <a:defRPr sz="1800"/>
            </a:pPr>
            <a:r>
              <a:t>Kontaktiere die Person, die dir das Video schickte (deinen Sponsor)</a:t>
            </a:r>
          </a:p>
          <a:p>
            <a:pPr>
              <a:defRPr sz="1800"/>
            </a:pPr>
            <a:r>
              <a:t>3:</a:t>
            </a:r>
          </a:p>
          <a:p>
            <a:pPr>
              <a:defRPr sz="1800"/>
            </a:pPr>
            <a:r>
              <a:t>Wähle dein Starterset und definiere erste Ziele - Gemeinsam durchstarten</a:t>
            </a:r>
          </a:p>
          <a:p>
            <a:pPr>
              <a:defRPr sz="1800"/>
            </a:pPr>
            <a:r>
              <a:t>4:</a:t>
            </a:r>
          </a:p>
          <a:p>
            <a:pPr>
              <a:defRPr sz="1800"/>
            </a:pPr>
            <a:r>
              <a:t>Starte sofort mit Lina (24/7 KI-Partnerin)</a:t>
            </a:r>
          </a:p>
          <a:p>
            <a:pPr>
              <a:defRPr sz="1800"/>
            </a:pPr>
            <a:r>
              <a:t>Wichtig:</a:t>
            </a:r>
          </a:p>
          <a:p>
            <a:pPr>
              <a:defRPr sz="1800"/>
            </a:pPr>
            <a:r>
              <a:t>Nicht irgendwo anmelden - sonst landest du in einem anderen Team!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wir uns dein Vertrauen verdient haben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Headquarter</a:t>
            </a:r>
          </a:p>
          <a:p>
            <a:pPr>
              <a:defRPr sz="1800"/>
            </a:pPr>
            <a:r>
              <a:t>in Ahlen, Deutschland</a:t>
            </a:r>
          </a:p>
          <a:p>
            <a:pPr>
              <a:defRPr sz="1800"/>
            </a:pPr>
            <a:r>
              <a:t>40 Jahre</a:t>
            </a:r>
          </a:p>
          <a:p>
            <a:pPr>
              <a:defRPr sz="1800"/>
            </a:pPr>
            <a:r>
              <a:t>Erfolgsgeschichte</a:t>
            </a:r>
          </a:p>
          <a:p>
            <a:pPr>
              <a:defRPr sz="1800"/>
            </a:pPr>
            <a:r>
              <a:t>95% Made in Germany</a:t>
            </a:r>
          </a:p>
          <a:p>
            <a:pPr>
              <a:defRPr sz="1800"/>
            </a:pPr>
            <a:r>
              <a:t>35.000 Autos</a:t>
            </a:r>
          </a:p>
          <a:p>
            <a:pPr>
              <a:defRPr sz="1800"/>
            </a:pPr>
            <a:r>
              <a:t>übergeben</a:t>
            </a:r>
          </a:p>
          <a:p>
            <a:pPr>
              <a:defRPr sz="1800"/>
            </a:pPr>
            <a:r>
              <a:t>1,8 Milliarden Euro</a:t>
            </a:r>
          </a:p>
          <a:p>
            <a:pPr>
              <a:defRPr sz="1800"/>
            </a:pPr>
            <a:r>
              <a:t>Boni ausgezahlt</a:t>
            </a:r>
          </a:p>
          <a:p>
            <a:pPr>
              <a:defRPr sz="1800"/>
            </a:pPr>
            <a:r>
              <a:t>33 Länder</a:t>
            </a:r>
          </a:p>
          <a:p>
            <a:pPr>
              <a:defRPr sz="1800"/>
            </a:pPr>
            <a:r>
              <a:t>weltweit</a:t>
            </a:r>
          </a:p>
          <a:p>
            <a:pPr>
              <a:defRPr sz="1800"/>
            </a:pPr>
            <a:r>
              <a:t>...DEIN VERTRAUEN</a:t>
            </a:r>
          </a:p>
          <a:p>
            <a:pPr>
              <a:defRPr sz="1800"/>
            </a:pPr>
            <a:r>
              <a:t>VERDIENT HABEN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Dein direkter Kontakt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MATHIAS</a:t>
            </a:r>
          </a:p>
          <a:p>
            <a:pPr>
              <a:defRPr sz="1800"/>
            </a:pPr>
            <a:r>
              <a:t>Platin-Orgaleiter</a:t>
            </a:r>
          </a:p>
          <a:p>
            <a:pPr>
              <a:defRPr sz="1800"/>
            </a:pPr>
            <a:r>
              <a:t>+49 171 5060008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Herzlich Willkommen im 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HERZLICH WILLKOMMEN</a:t>
            </a:r>
          </a:p>
          <a:p>
            <a:pPr>
              <a:defRPr sz="1800"/>
            </a:pPr>
            <a:r>
              <a:t>IM LR LIFESTYLE TEAM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40 YEARS LR - YOUR CHOICE!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DEINE WAHL</a:t>
            </a:r>
          </a:p>
          <a:p>
            <a:pPr>
              <a:defRPr sz="1800"/>
            </a:pPr>
            <a:r>
              <a:t>Freiheit:</a:t>
            </a:r>
          </a:p>
          <a:p>
            <a:pPr>
              <a:defRPr sz="1800"/>
            </a:pPr>
            <a:r>
              <a:t>Arbeite wann und wo du willst</a:t>
            </a:r>
          </a:p>
          <a:p>
            <a:pPr>
              <a:defRPr sz="1800"/>
            </a:pPr>
            <a:r>
              <a:t>Erfolg:</a:t>
            </a:r>
          </a:p>
          <a:p>
            <a:pPr>
              <a:defRPr sz="1800"/>
            </a:pPr>
            <a:r>
              <a:t>Baue dein eigenes Business auf</a:t>
            </a:r>
          </a:p>
          <a:p>
            <a:pPr>
              <a:defRPr sz="1800"/>
            </a:pPr>
            <a:r>
              <a:t>Lifestyle:</a:t>
            </a:r>
          </a:p>
          <a:p>
            <a:pPr>
              <a:defRPr sz="1800"/>
            </a:pPr>
            <a:r>
              <a:t>Lebe das Leben deiner Träume</a:t>
            </a:r>
          </a:p>
          <a:p>
            <a:pPr>
              <a:defRPr sz="1800"/>
            </a:pPr>
            <a:r>
              <a:t>Gemeinschaft:</a:t>
            </a:r>
          </a:p>
          <a:p>
            <a:pPr>
              <a:defRPr sz="1800"/>
            </a:pPr>
            <a:r>
              <a:t>Werde Teil unseres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