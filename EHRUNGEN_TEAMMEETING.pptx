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r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0" y="365760"/>
            <a:ext cx="1508760" cy="1005840"/>
          </a:xfrm>
          <a:prstGeom prst="rect">
            <a:avLst/>
          </a:prstGeom>
        </p:spPr>
      </p:pic>
      <p:pic>
        <p:nvPicPr>
          <p:cNvPr id="3" name="Picture 2" descr="team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371600"/>
            <a:ext cx="4114800" cy="4114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0" y="5303520"/>
            <a:ext cx="18288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566928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E9D78E"/>
                </a:solidFill>
                <a:latin typeface="Montserrat"/>
              </a:defRPr>
            </a:pPr>
            <a:r>
              <a:rPr sz="7200" b="1">
                <a:solidFill>
                  <a:srgbClr val="FFD700"/>
                </a:solidFill>
                <a:latin typeface="Arial"/>
              </a:rPr>
              <a:t>EHRUNGEN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r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0" y="365760"/>
            <a:ext cx="1508760" cy="1005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822960"/>
            <a:ext cx="1280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E9D78E"/>
                </a:solidFill>
                <a:latin typeface="Montserrat"/>
              </a:defRPr>
            </a:pPr>
            <a:r>
              <a:rPr sz="4800" b="1">
                <a:solidFill>
                  <a:srgbClr val="FFD700"/>
                </a:solidFill>
                <a:latin typeface="Arial"/>
              </a:rPr>
              <a:t>ORGALEITER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52120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Eugen Schäfer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Malte Scheske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r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0" y="365760"/>
            <a:ext cx="1508760" cy="1005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822960"/>
            <a:ext cx="1280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E9D78E"/>
                </a:solidFill>
                <a:latin typeface="Montserrat"/>
              </a:defRPr>
            </a:pPr>
            <a:r>
              <a:rPr sz="4800" b="1">
                <a:solidFill>
                  <a:srgbClr val="FFD700"/>
                </a:solidFill>
                <a:latin typeface="Arial"/>
              </a:rPr>
              <a:t>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3383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Abdullaj Palaci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Alexander Derabin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David Latza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Elke Scheske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2286000"/>
            <a:ext cx="3383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Ljiljana Grcic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Marie Miksch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Nevena Hristova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Tomasz Zaręba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286000"/>
            <a:ext cx="3383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Vincenz Koch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r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0" y="365760"/>
            <a:ext cx="1508760" cy="1005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822960"/>
            <a:ext cx="1280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E9D78E"/>
                </a:solidFill>
                <a:latin typeface="Montserrat"/>
              </a:defRPr>
            </a:pPr>
            <a:r>
              <a:rPr sz="4800" b="1">
                <a:solidFill>
                  <a:srgbClr val="FFD700"/>
                </a:solidFill>
                <a:latin typeface="Arial"/>
              </a:rPr>
              <a:t>JUNIOR MANAGER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24688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Abdukadir Kacmaz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Adrian Fischbach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Aleksandar Grcic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Alex Lombardo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Amin Adeli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Anas Tablis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Arian Kamal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Bogdan Kljaic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286000"/>
            <a:ext cx="24688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Christian Schütz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David Voss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Dennis Bungart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Dietmar Silberbach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Elke Scheske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Fabian Mandau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Foday Singhateh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Heidi Schmitz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2286000"/>
            <a:ext cx="24688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Iko Gütlein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Jakop Castek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Jan Schäfer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Jens Eichler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Joana Rupprecht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John Pascal Karger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Julian Herber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Jürgen Scheske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2286000"/>
            <a:ext cx="24688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Kolyo Mihalev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Laura - Marie Willems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Leon Ott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Ljiljana Grcic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Loka Loka Dibendila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Lucas Kotsch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Maja Besendahl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r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0" y="365760"/>
            <a:ext cx="1508760" cy="1005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822960"/>
            <a:ext cx="1280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E9D78E"/>
                </a:solidFill>
                <a:latin typeface="Montserrat"/>
              </a:defRPr>
            </a:pPr>
            <a:r>
              <a:rPr sz="4800" b="1">
                <a:solidFill>
                  <a:srgbClr val="FFD700"/>
                </a:solidFill>
                <a:latin typeface="Arial"/>
              </a:rPr>
              <a:t>JUNIOR MANAGER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24688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Manuela Gerhardt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Mara Luna Gerbing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Marcel Cornelsen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Marcelina Jasińska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Marco Mhamdi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Marco Schellin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Marco Wiesenhütter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Melanie Schoof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286000"/>
            <a:ext cx="24688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Melissa Melina Röschel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Mesut Sagdic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Michel Hanna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Mohammad Mehdi Almustafa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Nadine Herwig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Nicole Hansen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Nikolov Deyvi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Noel Kristinus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2286000"/>
            <a:ext cx="24688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Reyan Waysi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Rime Altinsöz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Rocco Siegel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Rosemarie Schacht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Sabri Stefan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Sarah Ruppenthal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Shahd Alseheel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Sissy Broschk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2286000"/>
            <a:ext cx="24688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Sven Horst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Szymon Sokół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Thomas Huth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Tolga Sayin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Tomasz Zaręba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Vitali Romych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Üzüm Meryem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r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0" y="365760"/>
            <a:ext cx="1508760" cy="1005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822960"/>
            <a:ext cx="1280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E9D78E"/>
                </a:solidFill>
                <a:latin typeface="Montserrat"/>
              </a:defRPr>
            </a:pPr>
            <a:r>
              <a:rPr sz="4800" b="1">
                <a:solidFill>
                  <a:srgbClr val="FFD700"/>
                </a:solidFill>
                <a:latin typeface="Arial"/>
              </a:rPr>
              <a:t>TEAMLEITER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52120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Anja Chesnaye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Tim Reimann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r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0" y="365760"/>
            <a:ext cx="1508760" cy="1005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822960"/>
            <a:ext cx="1280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E9D78E"/>
                </a:solidFill>
                <a:latin typeface="Montserrat"/>
              </a:defRPr>
            </a:pPr>
            <a:r>
              <a:rPr sz="4800" b="1">
                <a:solidFill>
                  <a:srgbClr val="FFD700"/>
                </a:solidFill>
                <a:latin typeface="Arial"/>
              </a:rPr>
              <a:t>JUNIOR TEAMLEITER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3383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Anja Chesnaye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Elke Scheske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Fadil Ramadanoski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Jens Köppe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2286000"/>
            <a:ext cx="3383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Joachim Schneider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Ljiljana Grcic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Maria Bajer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Matthias Beyer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286000"/>
            <a:ext cx="3383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Mirco Wieland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Olaf Huth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Sabine Kratzenberg</a:t>
            </a:r>
          </a:p>
          <a:p>
            <a:pPr>
              <a:spcAft>
                <a:spcPts val="1400"/>
              </a:spcAft>
              <a:defRPr sz="2200" b="1">
                <a:solidFill>
                  <a:srgbClr val="D4AF37"/>
                </a:solidFill>
                <a:latin typeface="Montserrat"/>
              </a:defRPr>
            </a:pPr>
            <a:r>
              <a:rPr sz="2400">
                <a:solidFill>
                  <a:srgbClr val="FFD700"/>
                </a:solidFill>
                <a:latin typeface="Arial"/>
              </a:rPr>
              <a:t>• Sissy Broschk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